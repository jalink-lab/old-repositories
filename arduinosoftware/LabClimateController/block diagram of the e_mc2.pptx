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9" autoAdjust="0"/>
    <p:restoredTop sz="94660"/>
  </p:normalViewPr>
  <p:slideViewPr>
    <p:cSldViewPr snapToGrid="0">
      <p:cViewPr>
        <p:scale>
          <a:sx n="180" d="100"/>
          <a:sy n="180" d="100"/>
        </p:scale>
        <p:origin x="-4746" y="-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4AAE0-2CDF-4E7F-9D6D-A4BE4A041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5E086-7A41-4E8C-84FA-377A6C7DD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8F898-48F7-4785-91B3-BDF51D773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67914-B943-4F3D-AF17-FC066C3FE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57D18-51DB-49F9-AAF2-BF8B4740A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329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0D9C-262B-4B13-B205-25895F07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CB454-F4F6-4E09-9E47-9696F0A84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56F2E-8637-4433-92BC-931BC581F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95621-0418-45C2-AFA0-D404CAC2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346FE-D26C-4FE9-AB1E-37434423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193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8BDD5-2A97-465B-B242-94ACC17A7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3A692-EA80-4D02-AB51-0D794C135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C21BF-7097-498F-BC7C-315C67F0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6B609-459F-4B84-9D7A-480A39EA4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596A8-8C80-4CB1-85C2-728EF94B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7465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F7F10-6D8E-4D38-9482-4009E61A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F42CC-E430-4BF4-942C-3910BA489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C7856-7C36-4680-9204-368D717FE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F99E2-DCEF-43E0-B75D-261520AFF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F46E9-00E5-481F-8BF3-F080D3AF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16ED7-386E-4E55-981F-71F723BDB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837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85A4-BA62-40B0-B4D4-0AEA1AC1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EDFDF-FD30-4FDB-9EAF-BC4BD57CD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1F9A3-889F-472D-85F4-685B1911B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60DD1-73CC-467B-8099-C11AE4295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F32E3B-6AE7-4C61-AC1D-BF5B1E525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A9E247-91EF-487A-9AE8-344FE53C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B58AA-0F65-46EC-B4E5-2CA4777B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754220-9384-48D5-A5DB-B450CD46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6680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E09D-E473-4AA9-915B-7A65CF51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86372-75A1-4473-9C82-10FFA5DF9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1FB81-1499-4CC9-BAAC-F5C0018E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7229D-7FDD-46DD-81A3-4093E983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7736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498E00-0E40-4FC4-B824-EA2421C85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871A8-A765-4F1D-8F3A-C1C3365A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9017-7A92-47D5-BC4B-9CBCF4A7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89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9FD0E-EBFD-4185-A76C-F8EB313C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839B-64BC-4496-9AED-B8D527B21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618F6-7D0E-4E36-99EB-0CD7F6024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3783-CD5D-4902-A5D2-DD5AD57D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40D3A-3DFE-4A7E-A590-00F268B8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BC6EB-F6DE-41AC-BCD4-A595F999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8183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CDE7-3FC8-4783-8596-F5AE6B41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879399-0B25-4412-8D46-3AD20B631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C9757-7249-446F-BE18-1F4D7EDBF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683E1-6FDE-4BCC-A59D-30F2500E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06CBD-4313-4574-9867-8BF1064A6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62F5B-E899-4844-B24E-91F6D2A9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959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F675B-7817-43A1-B010-A0925F5C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6F6CD-3937-4412-80E2-45FF5D7D9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9E350-8463-486B-A7B2-CDF9C91D9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64B03-67AA-4F46-959C-AA20AA85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B0E62-7499-4D43-88CD-6B8D978D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539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EE7979-43ED-4761-BCEC-594E527C2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34C4EA-2AE2-431A-9C3C-B416B2ECE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33A29-C6AF-447C-9058-2E0376E5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99425-1CA0-46C0-8874-1C99E3B21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1AD2-6285-4670-A0CF-927B1D81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145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3F162-62C8-4A70-ADDF-93341248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606D9-4953-401B-90C5-52F1A9541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3BFB6-E90C-4BDD-9249-D51523356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96BD4-B2DA-41FF-9EA8-645662B0C1FF}" type="datetimeFigureOut">
              <a:rPr lang="nl-NL" smtClean="0"/>
              <a:t>13-11-2021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F4017-E9C6-4912-AE5D-CE5115D45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A1041-9ABD-483E-9DE3-D5F11887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53B50-851D-4AD4-B6CB-71F023B3D9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939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B380A-54E9-437A-B69D-1FBB6A307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1872"/>
            <a:ext cx="9144000" cy="543261"/>
          </a:xfrm>
        </p:spPr>
        <p:txBody>
          <a:bodyPr>
            <a:normAutofit/>
          </a:bodyPr>
          <a:lstStyle/>
          <a:p>
            <a:r>
              <a:rPr lang="en-US" sz="3200" dirty="0"/>
              <a:t>block diagram of the e_mc</a:t>
            </a:r>
            <a:r>
              <a:rPr lang="en-US" sz="3200" baseline="30000" dirty="0"/>
              <a:t>2</a:t>
            </a:r>
            <a:r>
              <a:rPr lang="en-US" sz="3200" dirty="0"/>
              <a:t> </a:t>
            </a:r>
            <a:endParaRPr lang="nl-N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BC791E-A908-4783-B72C-76E06559D005}"/>
              </a:ext>
            </a:extLst>
          </p:cNvPr>
          <p:cNvSpPr txBox="1"/>
          <p:nvPr/>
        </p:nvSpPr>
        <p:spPr>
          <a:xfrm>
            <a:off x="1109128" y="1409010"/>
            <a:ext cx="1701800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flash memory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store for current  approved settings</a:t>
            </a:r>
            <a:endParaRPr lang="nl-NL" sz="1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16776-A283-4E31-9725-EE568A3C0CCC}"/>
              </a:ext>
            </a:extLst>
          </p:cNvPr>
          <p:cNvSpPr txBox="1"/>
          <p:nvPr/>
        </p:nvSpPr>
        <p:spPr>
          <a:xfrm>
            <a:off x="1092200" y="2989703"/>
            <a:ext cx="1701800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esp32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0F0"/>
                </a:solidFill>
              </a:rPr>
              <a:t>runs PID controllers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050"/>
                </a:solidFill>
              </a:rPr>
              <a:t>handles display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handles settings info</a:t>
            </a:r>
            <a:endParaRPr lang="nl-NL" sz="12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C45EA-0E48-4815-B22C-2EB710929E79}"/>
              </a:ext>
            </a:extLst>
          </p:cNvPr>
          <p:cNvSpPr txBox="1"/>
          <p:nvPr/>
        </p:nvSpPr>
        <p:spPr>
          <a:xfrm>
            <a:off x="4047068" y="3064930"/>
            <a:ext cx="1701800" cy="5539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PC</a:t>
            </a:r>
          </a:p>
          <a:p>
            <a:r>
              <a:rPr lang="en-US" sz="1200" dirty="0"/>
              <a:t>(Com port, log file)</a:t>
            </a:r>
            <a:endParaRPr lang="nl-NL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CD538D-36CD-405A-954B-EAEC30C9F898}"/>
              </a:ext>
            </a:extLst>
          </p:cNvPr>
          <p:cNvSpPr txBox="1"/>
          <p:nvPr/>
        </p:nvSpPr>
        <p:spPr>
          <a:xfrm>
            <a:off x="1092200" y="4724402"/>
            <a:ext cx="1701800" cy="166199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Nextion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050"/>
                </a:solidFill>
              </a:rPr>
              <a:t>Display of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Control of ESP data exchange to COM and flash drive (1-4)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Screen input of settings (5)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nl-NL" sz="1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7EBF86-2548-454F-97BE-CBA4115B8BD8}"/>
              </a:ext>
            </a:extLst>
          </p:cNvPr>
          <p:cNvCxnSpPr>
            <a:cxnSpLocks/>
          </p:cNvCxnSpPr>
          <p:nvPr/>
        </p:nvCxnSpPr>
        <p:spPr>
          <a:xfrm>
            <a:off x="2794000" y="3412066"/>
            <a:ext cx="126153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4910F8-4205-4059-AB6C-AA52EB770060}"/>
              </a:ext>
            </a:extLst>
          </p:cNvPr>
          <p:cNvCxnSpPr/>
          <p:nvPr/>
        </p:nvCxnSpPr>
        <p:spPr>
          <a:xfrm flipV="1">
            <a:off x="1566333" y="2196868"/>
            <a:ext cx="0" cy="7928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14A628-D9D3-4052-998D-1F1AFFB620D9}"/>
              </a:ext>
            </a:extLst>
          </p:cNvPr>
          <p:cNvCxnSpPr/>
          <p:nvPr/>
        </p:nvCxnSpPr>
        <p:spPr>
          <a:xfrm>
            <a:off x="2328333" y="2196868"/>
            <a:ext cx="0" cy="7928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6713EF-0773-43B9-B3A4-89AC03EB118D}"/>
              </a:ext>
            </a:extLst>
          </p:cNvPr>
          <p:cNvCxnSpPr>
            <a:cxnSpLocks/>
          </p:cNvCxnSpPr>
          <p:nvPr/>
        </p:nvCxnSpPr>
        <p:spPr>
          <a:xfrm flipH="1" flipV="1">
            <a:off x="1566333" y="3913033"/>
            <a:ext cx="3" cy="811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3B8222-D120-4C1A-8F2B-647F0DFA1502}"/>
              </a:ext>
            </a:extLst>
          </p:cNvPr>
          <p:cNvCxnSpPr>
            <a:cxnSpLocks/>
          </p:cNvCxnSpPr>
          <p:nvPr/>
        </p:nvCxnSpPr>
        <p:spPr>
          <a:xfrm>
            <a:off x="2328333" y="3913033"/>
            <a:ext cx="0" cy="81136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4BD6E842-8DCF-4DD8-863A-6D647E0C5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610" y="5104405"/>
            <a:ext cx="8525933" cy="163739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3671782-8B04-46CE-8871-95E24F65B635}"/>
              </a:ext>
            </a:extLst>
          </p:cNvPr>
          <p:cNvSpPr txBox="1"/>
          <p:nvPr/>
        </p:nvSpPr>
        <p:spPr>
          <a:xfrm>
            <a:off x="1524000" y="24610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3D7285-D40A-417E-B983-924EFDB77A2B}"/>
              </a:ext>
            </a:extLst>
          </p:cNvPr>
          <p:cNvSpPr txBox="1"/>
          <p:nvPr/>
        </p:nvSpPr>
        <p:spPr>
          <a:xfrm>
            <a:off x="5598025" y="5813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A53544-3152-41E5-8EFE-C561D57A4099}"/>
              </a:ext>
            </a:extLst>
          </p:cNvPr>
          <p:cNvSpPr txBox="1"/>
          <p:nvPr/>
        </p:nvSpPr>
        <p:spPr>
          <a:xfrm>
            <a:off x="6485478" y="5813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CAE0E5-33ED-47CD-99B5-0ACDF96F5E7D}"/>
              </a:ext>
            </a:extLst>
          </p:cNvPr>
          <p:cNvSpPr txBox="1"/>
          <p:nvPr/>
        </p:nvSpPr>
        <p:spPr>
          <a:xfrm>
            <a:off x="2299819" y="23323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D02CCA-6D0C-47D4-9FFC-65191F540256}"/>
              </a:ext>
            </a:extLst>
          </p:cNvPr>
          <p:cNvSpPr txBox="1"/>
          <p:nvPr/>
        </p:nvSpPr>
        <p:spPr>
          <a:xfrm>
            <a:off x="10882782" y="61621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04158B-553D-4423-8BDD-91DEE135C794}"/>
              </a:ext>
            </a:extLst>
          </p:cNvPr>
          <p:cNvSpPr txBox="1"/>
          <p:nvPr/>
        </p:nvSpPr>
        <p:spPr>
          <a:xfrm>
            <a:off x="4196352" y="5813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D61DA5-39B5-41D5-896E-74D117EF6882}"/>
              </a:ext>
            </a:extLst>
          </p:cNvPr>
          <p:cNvSpPr txBox="1"/>
          <p:nvPr/>
        </p:nvSpPr>
        <p:spPr>
          <a:xfrm>
            <a:off x="1264647" y="41017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3F9B1C-6D16-4747-A0ED-40D14C40D3BE}"/>
              </a:ext>
            </a:extLst>
          </p:cNvPr>
          <p:cNvSpPr txBox="1"/>
          <p:nvPr/>
        </p:nvSpPr>
        <p:spPr>
          <a:xfrm>
            <a:off x="3188138" y="33419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A8E48F-1391-4ECE-B80B-16F80390F871}"/>
              </a:ext>
            </a:extLst>
          </p:cNvPr>
          <p:cNvSpPr txBox="1"/>
          <p:nvPr/>
        </p:nvSpPr>
        <p:spPr>
          <a:xfrm>
            <a:off x="7768600" y="5813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EFB37E-0454-42F4-A13C-6EAF7A2C4659}"/>
              </a:ext>
            </a:extLst>
          </p:cNvPr>
          <p:cNvSpPr txBox="1"/>
          <p:nvPr/>
        </p:nvSpPr>
        <p:spPr>
          <a:xfrm>
            <a:off x="4897968" y="5122337"/>
            <a:ext cx="2655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 of the settings-screen</a:t>
            </a:r>
            <a:endParaRPr lang="nl-NL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BB59DC6-32EF-4105-B231-C59F76570FE5}"/>
              </a:ext>
            </a:extLst>
          </p:cNvPr>
          <p:cNvCxnSpPr>
            <a:cxnSpLocks/>
          </p:cNvCxnSpPr>
          <p:nvPr/>
        </p:nvCxnSpPr>
        <p:spPr>
          <a:xfrm>
            <a:off x="2793997" y="3191931"/>
            <a:ext cx="1261533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CB1FE97-AF4E-4221-B0FD-801F8082DD05}"/>
              </a:ext>
            </a:extLst>
          </p:cNvPr>
          <p:cNvCxnSpPr/>
          <p:nvPr/>
        </p:nvCxnSpPr>
        <p:spPr>
          <a:xfrm flipH="1">
            <a:off x="482600" y="3225801"/>
            <a:ext cx="609600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CF4EEFD-0CBB-4D3A-BF0F-5D0A6AD4F3CC}"/>
              </a:ext>
            </a:extLst>
          </p:cNvPr>
          <p:cNvCxnSpPr/>
          <p:nvPr/>
        </p:nvCxnSpPr>
        <p:spPr>
          <a:xfrm>
            <a:off x="482600" y="3526595"/>
            <a:ext cx="609600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08BCDF8-6187-41F3-9581-5309EC93EE5F}"/>
              </a:ext>
            </a:extLst>
          </p:cNvPr>
          <p:cNvSpPr txBox="1"/>
          <p:nvPr/>
        </p:nvSpPr>
        <p:spPr>
          <a:xfrm>
            <a:off x="93133" y="2929458"/>
            <a:ext cx="7312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 output</a:t>
            </a:r>
            <a:endParaRPr lang="nl-NL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BC46E9-A154-4849-891D-298778F6B076}"/>
              </a:ext>
            </a:extLst>
          </p:cNvPr>
          <p:cNvSpPr txBox="1"/>
          <p:nvPr/>
        </p:nvSpPr>
        <p:spPr>
          <a:xfrm>
            <a:off x="93133" y="3508398"/>
            <a:ext cx="960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sensor input</a:t>
            </a:r>
            <a:endParaRPr lang="nl-NL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6802BD-A1D1-4A4B-8507-4EE2B0CC9843}"/>
              </a:ext>
            </a:extLst>
          </p:cNvPr>
          <p:cNvSpPr txBox="1"/>
          <p:nvPr/>
        </p:nvSpPr>
        <p:spPr>
          <a:xfrm>
            <a:off x="7188999" y="993512"/>
            <a:ext cx="266124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operation</a:t>
            </a:r>
          </a:p>
          <a:p>
            <a:r>
              <a:rPr lang="en-US" dirty="0">
                <a:solidFill>
                  <a:srgbClr val="00B050"/>
                </a:solidFill>
              </a:rPr>
              <a:t>handling of screen output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B050"/>
                </a:solidFill>
              </a:rPr>
              <a:t>  controller data to PC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00B050"/>
                </a:solidFill>
              </a:rPr>
              <a:t>  controller data display on screen</a:t>
            </a:r>
          </a:p>
          <a:p>
            <a:r>
              <a:rPr lang="en-US" dirty="0">
                <a:solidFill>
                  <a:srgbClr val="00B0F0"/>
                </a:solidFill>
              </a:rPr>
              <a:t>PID controllers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r>
              <a:rPr lang="en-US" dirty="0"/>
              <a:t>Set Up</a:t>
            </a:r>
          </a:p>
          <a:p>
            <a:r>
              <a:rPr lang="en-US" dirty="0">
                <a:solidFill>
                  <a:srgbClr val="FF0000"/>
                </a:solidFill>
              </a:rPr>
              <a:t>handling of settings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  store to flash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  retrieve from flash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  transfer from </a:t>
            </a:r>
            <a:r>
              <a:rPr lang="en-US" sz="1200" dirty="0" err="1">
                <a:solidFill>
                  <a:srgbClr val="FF0000"/>
                </a:solidFill>
              </a:rPr>
              <a:t>Nextion</a:t>
            </a:r>
            <a:endParaRPr lang="en-US" sz="1200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  transfer to PC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  change settings before transferring</a:t>
            </a:r>
          </a:p>
          <a:p>
            <a:endParaRPr lang="nl-NL" dirty="0">
              <a:solidFill>
                <a:srgbClr val="00B0F0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358F3C8-28EE-42AF-9D7F-BD727291E6B0}"/>
              </a:ext>
            </a:extLst>
          </p:cNvPr>
          <p:cNvCxnSpPr/>
          <p:nvPr/>
        </p:nvCxnSpPr>
        <p:spPr>
          <a:xfrm flipH="1">
            <a:off x="668867" y="5923103"/>
            <a:ext cx="42333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768B2958-E52B-47FE-9E65-F397B095ED3F}"/>
              </a:ext>
            </a:extLst>
          </p:cNvPr>
          <p:cNvCxnSpPr>
            <a:cxnSpLocks/>
          </p:cNvCxnSpPr>
          <p:nvPr/>
        </p:nvCxnSpPr>
        <p:spPr>
          <a:xfrm>
            <a:off x="668867" y="5923103"/>
            <a:ext cx="423333" cy="237738"/>
          </a:xfrm>
          <a:prstGeom prst="bentConnector3">
            <a:avLst>
              <a:gd name="adj1" fmla="val 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13BA684-3F53-4EBC-B0FF-CB87EED98C9E}"/>
              </a:ext>
            </a:extLst>
          </p:cNvPr>
          <p:cNvSpPr txBox="1"/>
          <p:nvPr/>
        </p:nvSpPr>
        <p:spPr>
          <a:xfrm>
            <a:off x="382991" y="5791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  <a:endParaRPr lang="nl-NL" dirty="0">
              <a:solidFill>
                <a:srgbClr val="FF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E3ED66-B342-487D-8E37-92277C9066CA}"/>
              </a:ext>
            </a:extLst>
          </p:cNvPr>
          <p:cNvSpPr txBox="1"/>
          <p:nvPr/>
        </p:nvSpPr>
        <p:spPr>
          <a:xfrm>
            <a:off x="3188138" y="28454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  <a:endParaRPr lang="nl-NL" dirty="0">
              <a:solidFill>
                <a:srgbClr val="00B05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6372E9F-DF6D-4340-989D-D23576146925}"/>
              </a:ext>
            </a:extLst>
          </p:cNvPr>
          <p:cNvSpPr txBox="1"/>
          <p:nvPr/>
        </p:nvSpPr>
        <p:spPr>
          <a:xfrm>
            <a:off x="2328333" y="4072379"/>
            <a:ext cx="301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</a:t>
            </a:r>
          </a:p>
          <a:p>
            <a:endParaRPr lang="nl-NL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42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2BA671A-E5D0-4245-A49A-C908E1417078}"/>
              </a:ext>
            </a:extLst>
          </p:cNvPr>
          <p:cNvGrpSpPr/>
          <p:nvPr/>
        </p:nvGrpSpPr>
        <p:grpSpPr>
          <a:xfrm>
            <a:off x="3563377" y="2290463"/>
            <a:ext cx="4704872" cy="2434493"/>
            <a:chOff x="3575528" y="2293815"/>
            <a:chExt cx="4704872" cy="243449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A12B232-C197-485E-9E43-383F71BAD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277" y="2348280"/>
              <a:ext cx="4414576" cy="2161439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F076F8B-A3A2-47CF-B414-EDA1DB963943}"/>
                </a:ext>
              </a:extLst>
            </p:cNvPr>
            <p:cNvSpPr/>
            <p:nvPr/>
          </p:nvSpPr>
          <p:spPr>
            <a:xfrm>
              <a:off x="3751385" y="2293815"/>
              <a:ext cx="4529015" cy="2215904"/>
            </a:xfrm>
            <a:prstGeom prst="rect">
              <a:avLst/>
            </a:prstGeom>
            <a:solidFill>
              <a:schemeClr val="bg1">
                <a:alpha val="63000"/>
              </a:schemeClr>
            </a:solidFill>
            <a:ln>
              <a:solidFill>
                <a:schemeClr val="bg1">
                  <a:alpha val="8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2uF</a:t>
              </a:r>
              <a:endParaRPr lang="nl-NL" dirty="0">
                <a:solidFill>
                  <a:srgbClr val="FF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A7C22DC-D9D3-4E03-BFC8-D72C55622465}"/>
                </a:ext>
              </a:extLst>
            </p:cNvPr>
            <p:cNvSpPr/>
            <p:nvPr/>
          </p:nvSpPr>
          <p:spPr>
            <a:xfrm>
              <a:off x="6916615" y="3919415"/>
              <a:ext cx="1363785" cy="6447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657A017-BBA5-4782-AA87-03E0A3C05473}"/>
                </a:ext>
              </a:extLst>
            </p:cNvPr>
            <p:cNvSpPr/>
            <p:nvPr/>
          </p:nvSpPr>
          <p:spPr>
            <a:xfrm>
              <a:off x="6635258" y="4083539"/>
              <a:ext cx="1363785" cy="6447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8019CCB-7149-4E5B-8E77-03BC381B10DB}"/>
                </a:ext>
              </a:extLst>
            </p:cNvPr>
            <p:cNvSpPr/>
            <p:nvPr/>
          </p:nvSpPr>
          <p:spPr>
            <a:xfrm>
              <a:off x="3575528" y="4021016"/>
              <a:ext cx="1363785" cy="6447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6E5B786F-49B8-4626-8BDD-D4D68914FD1C}"/>
              </a:ext>
            </a:extLst>
          </p:cNvPr>
          <p:cNvCxnSpPr/>
          <p:nvPr/>
        </p:nvCxnSpPr>
        <p:spPr>
          <a:xfrm>
            <a:off x="5545015" y="2840893"/>
            <a:ext cx="17584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158021F5-44B6-425A-8276-C6542A15B48C}"/>
              </a:ext>
            </a:extLst>
          </p:cNvPr>
          <p:cNvCxnSpPr/>
          <p:nvPr/>
        </p:nvCxnSpPr>
        <p:spPr>
          <a:xfrm>
            <a:off x="5720861" y="2833077"/>
            <a:ext cx="0" cy="699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07960FC7-0A77-4526-8C6A-CFF1CB081025}"/>
              </a:ext>
            </a:extLst>
          </p:cNvPr>
          <p:cNvCxnSpPr/>
          <p:nvPr/>
        </p:nvCxnSpPr>
        <p:spPr>
          <a:xfrm>
            <a:off x="5634892" y="3532553"/>
            <a:ext cx="1719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71AAD1-7598-49A2-958A-3308A78D6C7C}"/>
              </a:ext>
            </a:extLst>
          </p:cNvPr>
          <p:cNvCxnSpPr/>
          <p:nvPr/>
        </p:nvCxnSpPr>
        <p:spPr>
          <a:xfrm>
            <a:off x="5634887" y="3595069"/>
            <a:ext cx="1719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84FEABB8-B410-4BDA-A211-F6D264EC7D23}"/>
              </a:ext>
            </a:extLst>
          </p:cNvPr>
          <p:cNvCxnSpPr>
            <a:cxnSpLocks/>
          </p:cNvCxnSpPr>
          <p:nvPr/>
        </p:nvCxnSpPr>
        <p:spPr>
          <a:xfrm>
            <a:off x="5720861" y="3595069"/>
            <a:ext cx="0" cy="32434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930893F7-D3F9-4C83-ACCF-D5377A304596}"/>
              </a:ext>
            </a:extLst>
          </p:cNvPr>
          <p:cNvCxnSpPr>
            <a:cxnSpLocks/>
          </p:cNvCxnSpPr>
          <p:nvPr/>
        </p:nvCxnSpPr>
        <p:spPr>
          <a:xfrm flipH="1">
            <a:off x="5556743" y="3919415"/>
            <a:ext cx="16411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54D17D2-9831-424F-826B-100A88812D3D}"/>
              </a:ext>
            </a:extLst>
          </p:cNvPr>
          <p:cNvSpPr txBox="1"/>
          <p:nvPr/>
        </p:nvSpPr>
        <p:spPr>
          <a:xfrm>
            <a:off x="7012168" y="2886375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/>
              <a:t>(used for </a:t>
            </a:r>
            <a:r>
              <a:rPr lang="en-US" sz="800" dirty="0" err="1"/>
              <a:t>usb</a:t>
            </a:r>
            <a:r>
              <a:rPr lang="en-US" sz="800" dirty="0"/>
              <a:t>)</a:t>
            </a:r>
            <a:endParaRPr lang="nl-NL" sz="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99C972-B187-4A2A-AA1C-D3737C1AF84A}"/>
              </a:ext>
            </a:extLst>
          </p:cNvPr>
          <p:cNvSpPr txBox="1"/>
          <p:nvPr/>
        </p:nvSpPr>
        <p:spPr>
          <a:xfrm>
            <a:off x="7043433" y="2960622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/>
              <a:t>(used for </a:t>
            </a:r>
            <a:r>
              <a:rPr lang="en-US" sz="800" dirty="0" err="1"/>
              <a:t>usb</a:t>
            </a:r>
            <a:r>
              <a:rPr lang="en-US" sz="800" dirty="0"/>
              <a:t>)</a:t>
            </a:r>
            <a:endParaRPr lang="nl-NL" sz="800" dirty="0"/>
          </a:p>
        </p:txBody>
      </p: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993FDF3A-F7F2-4BE8-BCA6-0877B6FD4081}"/>
              </a:ext>
            </a:extLst>
          </p:cNvPr>
          <p:cNvCxnSpPr/>
          <p:nvPr/>
        </p:nvCxnSpPr>
        <p:spPr>
          <a:xfrm>
            <a:off x="7362092" y="2903415"/>
            <a:ext cx="158261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EF255AF3-58FB-4C4F-BDB7-AFC3CAA31CE3}"/>
              </a:ext>
            </a:extLst>
          </p:cNvPr>
          <p:cNvCxnSpPr/>
          <p:nvPr/>
        </p:nvCxnSpPr>
        <p:spPr>
          <a:xfrm>
            <a:off x="7354283" y="3165230"/>
            <a:ext cx="159433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EF8D358-3EA7-4D7A-80D1-DDDD92EBB69C}"/>
              </a:ext>
            </a:extLst>
          </p:cNvPr>
          <p:cNvSpPr/>
          <p:nvPr/>
        </p:nvSpPr>
        <p:spPr>
          <a:xfrm>
            <a:off x="8435317" y="4160706"/>
            <a:ext cx="2012468" cy="990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Nextion</a:t>
            </a:r>
            <a:endParaRPr lang="nl-NL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9E2EF254-EADA-488A-ACBC-BE1820D016A9}"/>
              </a:ext>
            </a:extLst>
          </p:cNvPr>
          <p:cNvSpPr/>
          <p:nvPr/>
        </p:nvSpPr>
        <p:spPr>
          <a:xfrm>
            <a:off x="8902751" y="2441339"/>
            <a:ext cx="1495618" cy="8557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HYT271</a:t>
            </a:r>
          </a:p>
          <a:p>
            <a:pPr algn="ctr"/>
            <a:r>
              <a:rPr lang="en-US" dirty="0"/>
              <a:t>       T / Humid</a:t>
            </a: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267E193D-647D-4D9D-93AD-C7BB1D4F4F69}"/>
              </a:ext>
            </a:extLst>
          </p:cNvPr>
          <p:cNvCxnSpPr/>
          <p:nvPr/>
        </p:nvCxnSpPr>
        <p:spPr>
          <a:xfrm flipH="1">
            <a:off x="7999043" y="2614246"/>
            <a:ext cx="903708" cy="0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TextBox 1047">
            <a:extLst>
              <a:ext uri="{FF2B5EF4-FFF2-40B4-BE49-F238E27FC236}">
                <a16:creationId xmlns:a16="http://schemas.microsoft.com/office/drawing/2014/main" id="{8B482800-FED9-4F28-A372-34D9D25F94BC}"/>
              </a:ext>
            </a:extLst>
          </p:cNvPr>
          <p:cNvSpPr txBox="1"/>
          <p:nvPr/>
        </p:nvSpPr>
        <p:spPr>
          <a:xfrm>
            <a:off x="7709880" y="2485291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3.3V</a:t>
            </a:r>
            <a:endParaRPr lang="nl-NL" sz="800" dirty="0"/>
          </a:p>
        </p:txBody>
      </p: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BE976486-981E-43FC-8407-B31B1E934FB9}"/>
              </a:ext>
            </a:extLst>
          </p:cNvPr>
          <p:cNvCxnSpPr/>
          <p:nvPr/>
        </p:nvCxnSpPr>
        <p:spPr>
          <a:xfrm>
            <a:off x="8135815" y="2614246"/>
            <a:ext cx="0" cy="93780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B39AB12-A90D-421C-B88C-A6EF7F0EA0A5}"/>
              </a:ext>
            </a:extLst>
          </p:cNvPr>
          <p:cNvCxnSpPr/>
          <p:nvPr/>
        </p:nvCxnSpPr>
        <p:spPr>
          <a:xfrm>
            <a:off x="8526583" y="2610341"/>
            <a:ext cx="0" cy="93780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" name="TextBox 1050">
            <a:extLst>
              <a:ext uri="{FF2B5EF4-FFF2-40B4-BE49-F238E27FC236}">
                <a16:creationId xmlns:a16="http://schemas.microsoft.com/office/drawing/2014/main" id="{316F4BFB-6F47-4841-A7A1-DF960EE23D32}"/>
              </a:ext>
            </a:extLst>
          </p:cNvPr>
          <p:cNvSpPr txBox="1"/>
          <p:nvPr/>
        </p:nvSpPr>
        <p:spPr>
          <a:xfrm>
            <a:off x="7958577" y="2661139"/>
            <a:ext cx="354475" cy="20710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R4k7</a:t>
            </a:r>
            <a:endParaRPr lang="nl-NL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C025E09-3247-4079-9711-23DD4D9E488F}"/>
              </a:ext>
            </a:extLst>
          </p:cNvPr>
          <p:cNvSpPr txBox="1"/>
          <p:nvPr/>
        </p:nvSpPr>
        <p:spPr>
          <a:xfrm>
            <a:off x="8349344" y="2665043"/>
            <a:ext cx="354475" cy="20710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R4k7</a:t>
            </a:r>
            <a:endParaRPr lang="nl-NL" sz="800" dirty="0"/>
          </a:p>
        </p:txBody>
      </p: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98F1242E-B8E6-4822-BB6F-65CB7F029BC3}"/>
              </a:ext>
            </a:extLst>
          </p:cNvPr>
          <p:cNvCxnSpPr>
            <a:cxnSpLocks/>
          </p:cNvCxnSpPr>
          <p:nvPr/>
        </p:nvCxnSpPr>
        <p:spPr>
          <a:xfrm flipH="1">
            <a:off x="8135814" y="2813535"/>
            <a:ext cx="1" cy="8206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71FF7F75-7A18-4D15-A628-4D5151020C0A}"/>
              </a:ext>
            </a:extLst>
          </p:cNvPr>
          <p:cNvCxnSpPr>
            <a:cxnSpLocks/>
          </p:cNvCxnSpPr>
          <p:nvPr/>
        </p:nvCxnSpPr>
        <p:spPr>
          <a:xfrm>
            <a:off x="8526582" y="2821352"/>
            <a:ext cx="0" cy="34387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8BD28B6-F30C-4B90-85E9-8A0FEB5B8E0D}"/>
              </a:ext>
            </a:extLst>
          </p:cNvPr>
          <p:cNvCxnSpPr/>
          <p:nvPr/>
        </p:nvCxnSpPr>
        <p:spPr>
          <a:xfrm flipH="1">
            <a:off x="8280400" y="3259256"/>
            <a:ext cx="62235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B95D49E-9781-43A9-A7A0-836DA878E2FE}"/>
              </a:ext>
            </a:extLst>
          </p:cNvPr>
          <p:cNvSpPr txBox="1"/>
          <p:nvPr/>
        </p:nvSpPr>
        <p:spPr>
          <a:xfrm>
            <a:off x="7979152" y="3151794"/>
            <a:ext cx="409547" cy="1814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AF33007-4285-4592-BF8A-0635F4085F27}"/>
              </a:ext>
            </a:extLst>
          </p:cNvPr>
          <p:cNvCxnSpPr>
            <a:cxnSpLocks/>
          </p:cNvCxnSpPr>
          <p:nvPr/>
        </p:nvCxnSpPr>
        <p:spPr>
          <a:xfrm>
            <a:off x="7111999" y="3497385"/>
            <a:ext cx="1323318" cy="879230"/>
          </a:xfrm>
          <a:prstGeom prst="bentConnector3">
            <a:avLst>
              <a:gd name="adj1" fmla="val 34940"/>
            </a:avLst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7186CA2-2E06-482D-9D8B-5AB32553DE44}"/>
              </a:ext>
            </a:extLst>
          </p:cNvPr>
          <p:cNvCxnSpPr>
            <a:cxnSpLocks/>
          </p:cNvCxnSpPr>
          <p:nvPr/>
        </p:nvCxnSpPr>
        <p:spPr>
          <a:xfrm>
            <a:off x="7111999" y="3595069"/>
            <a:ext cx="1323318" cy="914650"/>
          </a:xfrm>
          <a:prstGeom prst="bentConnector3">
            <a:avLst>
              <a:gd name="adj1" fmla="val 28148"/>
            </a:avLst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18D891D-ED23-426C-9400-1C7ADEC2D454}"/>
              </a:ext>
            </a:extLst>
          </p:cNvPr>
          <p:cNvCxnSpPr/>
          <p:nvPr/>
        </p:nvCxnSpPr>
        <p:spPr>
          <a:xfrm flipH="1">
            <a:off x="7815381" y="4646488"/>
            <a:ext cx="62235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6A83D89-2C8D-401A-98FD-707A33B6DC64}"/>
              </a:ext>
            </a:extLst>
          </p:cNvPr>
          <p:cNvSpPr txBox="1"/>
          <p:nvPr/>
        </p:nvSpPr>
        <p:spPr>
          <a:xfrm>
            <a:off x="7514133" y="4539026"/>
            <a:ext cx="409547" cy="1814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AA70ADB-1E6A-44E2-A0BE-DE2FAC40E018}"/>
              </a:ext>
            </a:extLst>
          </p:cNvPr>
          <p:cNvCxnSpPr/>
          <p:nvPr/>
        </p:nvCxnSpPr>
        <p:spPr>
          <a:xfrm flipH="1">
            <a:off x="7815378" y="4783257"/>
            <a:ext cx="62235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788356E-BA42-4533-825E-66943D9FD210}"/>
              </a:ext>
            </a:extLst>
          </p:cNvPr>
          <p:cNvSpPr txBox="1"/>
          <p:nvPr/>
        </p:nvSpPr>
        <p:spPr>
          <a:xfrm>
            <a:off x="7514130" y="4742231"/>
            <a:ext cx="409547" cy="1814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 external</a:t>
            </a:r>
          </a:p>
          <a:p>
            <a:pPr algn="l"/>
            <a:r>
              <a:rPr lang="en-US" sz="800" dirty="0"/>
              <a:t>apart!</a:t>
            </a:r>
            <a:endParaRPr lang="nl-NL" sz="800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83708E1-0A82-4BC8-B4FB-73985B23F9BC}"/>
              </a:ext>
            </a:extLst>
          </p:cNvPr>
          <p:cNvSpPr/>
          <p:nvPr/>
        </p:nvSpPr>
        <p:spPr>
          <a:xfrm>
            <a:off x="8902754" y="3391139"/>
            <a:ext cx="1495618" cy="6875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MH-Z16</a:t>
            </a:r>
          </a:p>
          <a:p>
            <a:pPr algn="ctr"/>
            <a:r>
              <a:rPr lang="en-US" dirty="0"/>
              <a:t>       CO</a:t>
            </a:r>
            <a:r>
              <a:rPr lang="en-US" baseline="-25000" dirty="0"/>
              <a:t>2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25927EBF-EE1F-47C0-81FD-0A6A94D2D72D}"/>
              </a:ext>
            </a:extLst>
          </p:cNvPr>
          <p:cNvCxnSpPr/>
          <p:nvPr/>
        </p:nvCxnSpPr>
        <p:spPr>
          <a:xfrm>
            <a:off x="6861908" y="3259256"/>
            <a:ext cx="2040843" cy="238129"/>
          </a:xfrm>
          <a:prstGeom prst="bentConnector3">
            <a:avLst>
              <a:gd name="adj1" fmla="val 50383"/>
            </a:avLst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E743166-20E0-44CE-8A30-67502836091E}"/>
              </a:ext>
            </a:extLst>
          </p:cNvPr>
          <p:cNvCxnSpPr>
            <a:cxnSpLocks/>
          </p:cNvCxnSpPr>
          <p:nvPr/>
        </p:nvCxnSpPr>
        <p:spPr>
          <a:xfrm>
            <a:off x="6861909" y="3336190"/>
            <a:ext cx="2040842" cy="278907"/>
          </a:xfrm>
          <a:prstGeom prst="bentConnector3">
            <a:avLst>
              <a:gd name="adj1" fmla="val 45022"/>
            </a:avLst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DE63EB3-B902-476E-930E-E3C303C4006D}"/>
              </a:ext>
            </a:extLst>
          </p:cNvPr>
          <p:cNvSpPr txBox="1"/>
          <p:nvPr/>
        </p:nvSpPr>
        <p:spPr>
          <a:xfrm>
            <a:off x="8845575" y="3392614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TXD/RXD</a:t>
            </a:r>
            <a:endParaRPr lang="nl-NL" sz="800" dirty="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EADE92E-B0BA-42B4-AF54-413DA51D40BB}"/>
              </a:ext>
            </a:extLst>
          </p:cNvPr>
          <p:cNvCxnSpPr/>
          <p:nvPr/>
        </p:nvCxnSpPr>
        <p:spPr>
          <a:xfrm flipH="1">
            <a:off x="8276487" y="3720365"/>
            <a:ext cx="62235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37163147-1E48-4ECB-AF82-93DCB0C2FEC5}"/>
              </a:ext>
            </a:extLst>
          </p:cNvPr>
          <p:cNvSpPr txBox="1"/>
          <p:nvPr/>
        </p:nvSpPr>
        <p:spPr>
          <a:xfrm>
            <a:off x="8053399" y="3612907"/>
            <a:ext cx="409547" cy="1814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</a:t>
            </a:r>
            <a:endParaRPr lang="nl-NL" sz="800" dirty="0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333E456-11DD-4A9A-A3E4-36546B1801F1}"/>
              </a:ext>
            </a:extLst>
          </p:cNvPr>
          <p:cNvCxnSpPr/>
          <p:nvPr/>
        </p:nvCxnSpPr>
        <p:spPr>
          <a:xfrm flipH="1">
            <a:off x="8280398" y="3837600"/>
            <a:ext cx="62235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375A4576-F8A5-40D2-A9A9-659DF48065BB}"/>
              </a:ext>
            </a:extLst>
          </p:cNvPr>
          <p:cNvSpPr txBox="1"/>
          <p:nvPr/>
        </p:nvSpPr>
        <p:spPr>
          <a:xfrm>
            <a:off x="7979150" y="3730138"/>
            <a:ext cx="409547" cy="1814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7A7B90E-9107-4989-8C01-53C2D1E6C4B8}"/>
              </a:ext>
            </a:extLst>
          </p:cNvPr>
          <p:cNvSpPr txBox="1"/>
          <p:nvPr/>
        </p:nvSpPr>
        <p:spPr>
          <a:xfrm>
            <a:off x="8832416" y="3517165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(GPIO18, 19)</a:t>
            </a:r>
            <a:endParaRPr lang="nl-NL" sz="8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36A4B7B-FDF3-49C1-A81D-30976FE2E6A1}"/>
              </a:ext>
            </a:extLst>
          </p:cNvPr>
          <p:cNvSpPr txBox="1"/>
          <p:nvPr/>
        </p:nvSpPr>
        <p:spPr>
          <a:xfrm>
            <a:off x="8829939" y="2790829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SCL</a:t>
            </a:r>
            <a:endParaRPr lang="nl-NL" sz="8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0C4AB76-7355-4D2F-A82C-F743B503241E}"/>
              </a:ext>
            </a:extLst>
          </p:cNvPr>
          <p:cNvSpPr txBox="1"/>
          <p:nvPr/>
        </p:nvSpPr>
        <p:spPr>
          <a:xfrm>
            <a:off x="8822120" y="3052648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SDA</a:t>
            </a:r>
          </a:p>
          <a:p>
            <a:pPr algn="l"/>
            <a:endParaRPr lang="nl-NL" sz="800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C86E2FB-0205-43D2-B892-FC1F11A306A8}"/>
              </a:ext>
            </a:extLst>
          </p:cNvPr>
          <p:cNvCxnSpPr/>
          <p:nvPr/>
        </p:nvCxnSpPr>
        <p:spPr>
          <a:xfrm>
            <a:off x="6803292" y="4021016"/>
            <a:ext cx="203200" cy="0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9467F0E-7C01-49F5-A015-844905C0C068}"/>
              </a:ext>
            </a:extLst>
          </p:cNvPr>
          <p:cNvCxnSpPr/>
          <p:nvPr/>
        </p:nvCxnSpPr>
        <p:spPr>
          <a:xfrm flipH="1">
            <a:off x="4719248" y="3989754"/>
            <a:ext cx="336943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762D77F-C34A-408A-9BCA-4F9A5F333CC6}"/>
              </a:ext>
            </a:extLst>
          </p:cNvPr>
          <p:cNvCxnSpPr/>
          <p:nvPr/>
        </p:nvCxnSpPr>
        <p:spPr>
          <a:xfrm flipH="1">
            <a:off x="4719241" y="3927235"/>
            <a:ext cx="33694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A85ACB02-3114-41B2-9CD3-A653ECC7E7D3}"/>
              </a:ext>
            </a:extLst>
          </p:cNvPr>
          <p:cNvSpPr txBox="1"/>
          <p:nvPr/>
        </p:nvSpPr>
        <p:spPr>
          <a:xfrm>
            <a:off x="8397882" y="4259394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TXD/RXD</a:t>
            </a:r>
            <a:endParaRPr lang="nl-NL" sz="8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089832D-4D9F-4F1F-96DD-F941441A57F7}"/>
              </a:ext>
            </a:extLst>
          </p:cNvPr>
          <p:cNvSpPr txBox="1"/>
          <p:nvPr/>
        </p:nvSpPr>
        <p:spPr>
          <a:xfrm>
            <a:off x="8384723" y="4383945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(GPIO16, 17)</a:t>
            </a:r>
            <a:endParaRPr lang="nl-NL" sz="80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EB553C4-7844-429B-A310-E7C317DF09AE}"/>
              </a:ext>
            </a:extLst>
          </p:cNvPr>
          <p:cNvGrpSpPr/>
          <p:nvPr/>
        </p:nvGrpSpPr>
        <p:grpSpPr>
          <a:xfrm>
            <a:off x="2309054" y="3188255"/>
            <a:ext cx="88773" cy="129568"/>
            <a:chOff x="1916240" y="2982193"/>
            <a:chExt cx="88773" cy="129568"/>
          </a:xfrm>
        </p:grpSpPr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22D4AD70-B4C3-4C96-AABB-83ABEA5CCCA4}"/>
                </a:ext>
              </a:extLst>
            </p:cNvPr>
            <p:cNvSpPr/>
            <p:nvPr/>
          </p:nvSpPr>
          <p:spPr>
            <a:xfrm rot="16200000">
              <a:off x="1909138" y="3006226"/>
              <a:ext cx="102977" cy="88773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BEC82AE-07E4-4E5D-B92D-DF9583FB9EC7}"/>
                </a:ext>
              </a:extLst>
            </p:cNvPr>
            <p:cNvCxnSpPr/>
            <p:nvPr/>
          </p:nvCxnSpPr>
          <p:spPr>
            <a:xfrm>
              <a:off x="1916240" y="2982193"/>
              <a:ext cx="0" cy="1295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0DFA825-DA26-4E46-93DB-989CF399E360}"/>
              </a:ext>
            </a:extLst>
          </p:cNvPr>
          <p:cNvGrpSpPr/>
          <p:nvPr/>
        </p:nvGrpSpPr>
        <p:grpSpPr>
          <a:xfrm>
            <a:off x="2309054" y="3351069"/>
            <a:ext cx="88773" cy="129568"/>
            <a:chOff x="1916240" y="2982193"/>
            <a:chExt cx="88773" cy="129568"/>
          </a:xfrm>
        </p:grpSpPr>
        <p:sp>
          <p:nvSpPr>
            <p:cNvPr id="131" name="Isosceles Triangle 130">
              <a:extLst>
                <a:ext uri="{FF2B5EF4-FFF2-40B4-BE49-F238E27FC236}">
                  <a16:creationId xmlns:a16="http://schemas.microsoft.com/office/drawing/2014/main" id="{FA2EF819-7F6B-40FA-8E45-296CB2B7735C}"/>
                </a:ext>
              </a:extLst>
            </p:cNvPr>
            <p:cNvSpPr/>
            <p:nvPr/>
          </p:nvSpPr>
          <p:spPr>
            <a:xfrm rot="16200000">
              <a:off x="1909138" y="3006226"/>
              <a:ext cx="102977" cy="88773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F0D46EE5-1B58-427F-A16F-8E8A8974FB48}"/>
                </a:ext>
              </a:extLst>
            </p:cNvPr>
            <p:cNvCxnSpPr/>
            <p:nvPr/>
          </p:nvCxnSpPr>
          <p:spPr>
            <a:xfrm>
              <a:off x="1916240" y="2982193"/>
              <a:ext cx="0" cy="1295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94FC7F0-0FC6-4132-ABC8-907E481919B7}"/>
              </a:ext>
            </a:extLst>
          </p:cNvPr>
          <p:cNvGrpSpPr/>
          <p:nvPr/>
        </p:nvGrpSpPr>
        <p:grpSpPr>
          <a:xfrm>
            <a:off x="2307798" y="3517619"/>
            <a:ext cx="88773" cy="129568"/>
            <a:chOff x="1916240" y="2982193"/>
            <a:chExt cx="88773" cy="129568"/>
          </a:xfrm>
        </p:grpSpPr>
        <p:sp>
          <p:nvSpPr>
            <p:cNvPr id="134" name="Isosceles Triangle 133">
              <a:extLst>
                <a:ext uri="{FF2B5EF4-FFF2-40B4-BE49-F238E27FC236}">
                  <a16:creationId xmlns:a16="http://schemas.microsoft.com/office/drawing/2014/main" id="{1FB7BB20-1E48-4B86-B112-0BA62A4DCB28}"/>
                </a:ext>
              </a:extLst>
            </p:cNvPr>
            <p:cNvSpPr/>
            <p:nvPr/>
          </p:nvSpPr>
          <p:spPr>
            <a:xfrm rot="16200000">
              <a:off x="1909138" y="3006226"/>
              <a:ext cx="102977" cy="88773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BF4B45BE-68A8-45C2-91EC-421DCF80723B}"/>
                </a:ext>
              </a:extLst>
            </p:cNvPr>
            <p:cNvCxnSpPr/>
            <p:nvPr/>
          </p:nvCxnSpPr>
          <p:spPr>
            <a:xfrm>
              <a:off x="1916240" y="2982193"/>
              <a:ext cx="0" cy="1295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2D94D44-B78F-4BC2-A38B-3EC059F9046E}"/>
              </a:ext>
            </a:extLst>
          </p:cNvPr>
          <p:cNvCxnSpPr/>
          <p:nvPr/>
        </p:nvCxnSpPr>
        <p:spPr>
          <a:xfrm flipH="1">
            <a:off x="2398690" y="3259256"/>
            <a:ext cx="25950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422C37F-C346-4441-8CC7-3EA475D9BF30}"/>
              </a:ext>
            </a:extLst>
          </p:cNvPr>
          <p:cNvCxnSpPr/>
          <p:nvPr/>
        </p:nvCxnSpPr>
        <p:spPr>
          <a:xfrm flipH="1">
            <a:off x="2396541" y="3424536"/>
            <a:ext cx="25950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0DE5A1A-D7FE-41AA-9519-6D3A857B76FE}"/>
              </a:ext>
            </a:extLst>
          </p:cNvPr>
          <p:cNvCxnSpPr/>
          <p:nvPr/>
        </p:nvCxnSpPr>
        <p:spPr>
          <a:xfrm flipH="1">
            <a:off x="2397616" y="3586596"/>
            <a:ext cx="25950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308AA12-4FF1-4245-8EF2-B5BCFF16F089}"/>
              </a:ext>
            </a:extLst>
          </p:cNvPr>
          <p:cNvCxnSpPr>
            <a:cxnSpLocks/>
            <a:endCxn id="185" idx="2"/>
          </p:cNvCxnSpPr>
          <p:nvPr/>
        </p:nvCxnSpPr>
        <p:spPr>
          <a:xfrm flipH="1">
            <a:off x="3610492" y="3333260"/>
            <a:ext cx="1381142" cy="439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3D512AD-AEC3-4EE6-90B5-D5289569EF13}"/>
              </a:ext>
            </a:extLst>
          </p:cNvPr>
          <p:cNvCxnSpPr>
            <a:cxnSpLocks/>
            <a:endCxn id="186" idx="6"/>
          </p:cNvCxnSpPr>
          <p:nvPr/>
        </p:nvCxnSpPr>
        <p:spPr>
          <a:xfrm flipH="1">
            <a:off x="3665919" y="3501760"/>
            <a:ext cx="1323566" cy="783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ECFF3A0-1D88-441E-93A6-CF62538D6855}"/>
              </a:ext>
            </a:extLst>
          </p:cNvPr>
          <p:cNvCxnSpPr>
            <a:cxnSpLocks/>
          </p:cNvCxnSpPr>
          <p:nvPr/>
        </p:nvCxnSpPr>
        <p:spPr>
          <a:xfrm flipH="1">
            <a:off x="3602865" y="3670260"/>
            <a:ext cx="13876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9B6B5A00-C3BB-4847-B3E2-5BB32F0D55A0}"/>
              </a:ext>
            </a:extLst>
          </p:cNvPr>
          <p:cNvSpPr txBox="1"/>
          <p:nvPr/>
        </p:nvSpPr>
        <p:spPr>
          <a:xfrm>
            <a:off x="2691303" y="3217892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(Temp analog out)</a:t>
            </a:r>
            <a:endParaRPr lang="nl-NL" sz="800" dirty="0">
              <a:solidFill>
                <a:srgbClr val="FF0000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0328397-1B67-4232-8747-0CEC0855B0E5}"/>
              </a:ext>
            </a:extLst>
          </p:cNvPr>
          <p:cNvSpPr txBox="1"/>
          <p:nvPr/>
        </p:nvSpPr>
        <p:spPr>
          <a:xfrm>
            <a:off x="2695596" y="3383172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(CO</a:t>
            </a:r>
            <a:r>
              <a:rPr lang="en-US" sz="800" baseline="-25000" dirty="0">
                <a:solidFill>
                  <a:srgbClr val="FF0000"/>
                </a:solidFill>
              </a:rPr>
              <a:t>2</a:t>
            </a:r>
            <a:r>
              <a:rPr lang="en-US" sz="800" dirty="0">
                <a:solidFill>
                  <a:srgbClr val="FF0000"/>
                </a:solidFill>
              </a:rPr>
              <a:t> analog out)</a:t>
            </a:r>
            <a:endParaRPr lang="nl-NL" sz="800" dirty="0">
              <a:solidFill>
                <a:srgbClr val="FF0000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5C5F867-AD1F-4CB6-B1FC-063F14D59B67}"/>
              </a:ext>
            </a:extLst>
          </p:cNvPr>
          <p:cNvSpPr txBox="1"/>
          <p:nvPr/>
        </p:nvSpPr>
        <p:spPr>
          <a:xfrm>
            <a:off x="2696666" y="3554892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(Humid analog out)</a:t>
            </a:r>
            <a:endParaRPr lang="nl-NL" sz="800" dirty="0">
              <a:solidFill>
                <a:srgbClr val="FF0000"/>
              </a:solidFill>
            </a:endParaRP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AC3292C-BC72-4798-AD74-8D1D1C9B9AE2}"/>
              </a:ext>
            </a:extLst>
          </p:cNvPr>
          <p:cNvGrpSpPr/>
          <p:nvPr/>
        </p:nvGrpSpPr>
        <p:grpSpPr>
          <a:xfrm>
            <a:off x="2308874" y="3689339"/>
            <a:ext cx="88773" cy="129568"/>
            <a:chOff x="1916240" y="2982193"/>
            <a:chExt cx="88773" cy="129568"/>
          </a:xfrm>
        </p:grpSpPr>
        <p:sp>
          <p:nvSpPr>
            <p:cNvPr id="150" name="Isosceles Triangle 149">
              <a:extLst>
                <a:ext uri="{FF2B5EF4-FFF2-40B4-BE49-F238E27FC236}">
                  <a16:creationId xmlns:a16="http://schemas.microsoft.com/office/drawing/2014/main" id="{63CED9C3-139F-4AB6-BEC7-419DF03D523B}"/>
                </a:ext>
              </a:extLst>
            </p:cNvPr>
            <p:cNvSpPr/>
            <p:nvPr/>
          </p:nvSpPr>
          <p:spPr>
            <a:xfrm rot="16200000">
              <a:off x="1909138" y="3006226"/>
              <a:ext cx="102977" cy="88773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93D8ED9A-08D2-493E-8537-288064DD049A}"/>
                </a:ext>
              </a:extLst>
            </p:cNvPr>
            <p:cNvCxnSpPr/>
            <p:nvPr/>
          </p:nvCxnSpPr>
          <p:spPr>
            <a:xfrm>
              <a:off x="1916240" y="2982193"/>
              <a:ext cx="0" cy="1295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E16FE7E-D2F7-40B5-968E-E8FFCE9C7086}"/>
              </a:ext>
            </a:extLst>
          </p:cNvPr>
          <p:cNvCxnSpPr/>
          <p:nvPr/>
        </p:nvCxnSpPr>
        <p:spPr>
          <a:xfrm flipH="1">
            <a:off x="2398692" y="3758316"/>
            <a:ext cx="25950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B9A605D2-C1FE-46EB-BDF7-13118B24A0E7}"/>
              </a:ext>
            </a:extLst>
          </p:cNvPr>
          <p:cNvCxnSpPr>
            <a:cxnSpLocks/>
          </p:cNvCxnSpPr>
          <p:nvPr/>
        </p:nvCxnSpPr>
        <p:spPr>
          <a:xfrm flipH="1">
            <a:off x="3603941" y="3841980"/>
            <a:ext cx="13876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4229AA8-2157-4C2E-A752-D8D435483412}"/>
              </a:ext>
            </a:extLst>
          </p:cNvPr>
          <p:cNvSpPr txBox="1"/>
          <p:nvPr/>
        </p:nvSpPr>
        <p:spPr>
          <a:xfrm>
            <a:off x="2697742" y="3726612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(Obj T analog out)</a:t>
            </a:r>
            <a:endParaRPr lang="nl-NL" sz="800" dirty="0">
              <a:solidFill>
                <a:srgbClr val="FF0000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B8D8253-4DF8-467B-8EDF-04A09D337480}"/>
              </a:ext>
            </a:extLst>
          </p:cNvPr>
          <p:cNvSpPr txBox="1"/>
          <p:nvPr/>
        </p:nvSpPr>
        <p:spPr>
          <a:xfrm>
            <a:off x="2360743" y="3074081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(Temp software PWM)</a:t>
            </a:r>
            <a:endParaRPr lang="nl-NL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8F4D530-B4CE-44CA-B095-A50B50E845E8}"/>
              </a:ext>
            </a:extLst>
          </p:cNvPr>
          <p:cNvCxnSpPr>
            <a:stCxn id="75" idx="0"/>
          </p:cNvCxnSpPr>
          <p:nvPr/>
        </p:nvCxnSpPr>
        <p:spPr>
          <a:xfrm flipH="1" flipV="1">
            <a:off x="1960745" y="3254616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9F2F9FFF-E9AC-4CFC-AA93-7C4B5194A8E8}"/>
              </a:ext>
            </a:extLst>
          </p:cNvPr>
          <p:cNvCxnSpPr/>
          <p:nvPr/>
        </p:nvCxnSpPr>
        <p:spPr>
          <a:xfrm flipH="1" flipV="1">
            <a:off x="1961817" y="3416676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AE9612E2-FBAC-40D2-B7F1-CB749C53DFFF}"/>
              </a:ext>
            </a:extLst>
          </p:cNvPr>
          <p:cNvCxnSpPr/>
          <p:nvPr/>
        </p:nvCxnSpPr>
        <p:spPr>
          <a:xfrm flipH="1" flipV="1">
            <a:off x="1952163" y="3587318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84CA9242-E225-47FD-BCFE-5BC9F4F8043A}"/>
              </a:ext>
            </a:extLst>
          </p:cNvPr>
          <p:cNvCxnSpPr/>
          <p:nvPr/>
        </p:nvCxnSpPr>
        <p:spPr>
          <a:xfrm flipH="1" flipV="1">
            <a:off x="1953235" y="3749378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FB0756E-EB2A-44EB-9555-FC64B0A373BC}"/>
              </a:ext>
            </a:extLst>
          </p:cNvPr>
          <p:cNvSpPr txBox="1"/>
          <p:nvPr/>
        </p:nvSpPr>
        <p:spPr>
          <a:xfrm>
            <a:off x="1647156" y="3133722"/>
            <a:ext cx="348309" cy="2015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R2k2</a:t>
            </a:r>
            <a:endParaRPr lang="nl-NL" sz="8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C1D05A9-C507-4853-A798-6969C296A471}"/>
              </a:ext>
            </a:extLst>
          </p:cNvPr>
          <p:cNvSpPr txBox="1"/>
          <p:nvPr/>
        </p:nvSpPr>
        <p:spPr>
          <a:xfrm>
            <a:off x="1651447" y="3299002"/>
            <a:ext cx="348309" cy="2015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R2k2</a:t>
            </a:r>
            <a:endParaRPr lang="nl-NL" sz="8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F7BA9C3-351F-45C3-9EB0-F137FD270CCE}"/>
              </a:ext>
            </a:extLst>
          </p:cNvPr>
          <p:cNvSpPr txBox="1"/>
          <p:nvPr/>
        </p:nvSpPr>
        <p:spPr>
          <a:xfrm>
            <a:off x="1648223" y="3479310"/>
            <a:ext cx="348309" cy="2015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R2k2</a:t>
            </a:r>
            <a:endParaRPr lang="nl-NL" sz="8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271BA8E-3B21-4973-B950-4BB45B1C7831}"/>
              </a:ext>
            </a:extLst>
          </p:cNvPr>
          <p:cNvSpPr txBox="1"/>
          <p:nvPr/>
        </p:nvSpPr>
        <p:spPr>
          <a:xfrm>
            <a:off x="1652514" y="3644590"/>
            <a:ext cx="348309" cy="2015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R2k2</a:t>
            </a:r>
            <a:endParaRPr lang="nl-NL" sz="800" dirty="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B16C369-0937-435F-859D-C11A81124359}"/>
              </a:ext>
            </a:extLst>
          </p:cNvPr>
          <p:cNvCxnSpPr/>
          <p:nvPr/>
        </p:nvCxnSpPr>
        <p:spPr>
          <a:xfrm flipH="1" flipV="1">
            <a:off x="1372612" y="3252468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1D57CA7-FEFB-4C72-B657-F39D5DC2D6B6}"/>
              </a:ext>
            </a:extLst>
          </p:cNvPr>
          <p:cNvCxnSpPr/>
          <p:nvPr/>
        </p:nvCxnSpPr>
        <p:spPr>
          <a:xfrm flipH="1" flipV="1">
            <a:off x="1373684" y="3414528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B297C51D-7B59-46A1-876F-BCA48BAC1265}"/>
              </a:ext>
            </a:extLst>
          </p:cNvPr>
          <p:cNvCxnSpPr/>
          <p:nvPr/>
        </p:nvCxnSpPr>
        <p:spPr>
          <a:xfrm flipH="1" flipV="1">
            <a:off x="1364030" y="3585170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357F743-4395-41AF-B9F5-ABB583471847}"/>
              </a:ext>
            </a:extLst>
          </p:cNvPr>
          <p:cNvCxnSpPr/>
          <p:nvPr/>
        </p:nvCxnSpPr>
        <p:spPr>
          <a:xfrm flipH="1" flipV="1">
            <a:off x="1365102" y="3747230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999E7A7-9256-4A0C-9DE6-A9E4F237DF91}"/>
              </a:ext>
            </a:extLst>
          </p:cNvPr>
          <p:cNvCxnSpPr/>
          <p:nvPr/>
        </p:nvCxnSpPr>
        <p:spPr>
          <a:xfrm>
            <a:off x="1372612" y="3239588"/>
            <a:ext cx="0" cy="65913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78580AE-CDB6-4F6D-AB43-199AD8E628F9}"/>
              </a:ext>
            </a:extLst>
          </p:cNvPr>
          <p:cNvSpPr txBox="1"/>
          <p:nvPr/>
        </p:nvSpPr>
        <p:spPr>
          <a:xfrm>
            <a:off x="1212284" y="3868857"/>
            <a:ext cx="344411" cy="19845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CB74469D-15BE-4C51-BB2E-F98975385DBC}"/>
              </a:ext>
            </a:extLst>
          </p:cNvPr>
          <p:cNvSpPr/>
          <p:nvPr/>
        </p:nvSpPr>
        <p:spPr>
          <a:xfrm>
            <a:off x="2562154" y="3222074"/>
            <a:ext cx="55662" cy="55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6650B958-8725-4149-91D3-61F6E937C592}"/>
              </a:ext>
            </a:extLst>
          </p:cNvPr>
          <p:cNvSpPr/>
          <p:nvPr/>
        </p:nvSpPr>
        <p:spPr>
          <a:xfrm>
            <a:off x="2561919" y="3394020"/>
            <a:ext cx="55662" cy="55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E00D8E29-A004-44FE-A821-F1E94FAC4FCF}"/>
              </a:ext>
            </a:extLst>
          </p:cNvPr>
          <p:cNvSpPr/>
          <p:nvPr/>
        </p:nvSpPr>
        <p:spPr>
          <a:xfrm>
            <a:off x="2559112" y="3561422"/>
            <a:ext cx="55662" cy="55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5532B74D-E7F6-4A12-8F5F-52A169CFE9D2}"/>
              </a:ext>
            </a:extLst>
          </p:cNvPr>
          <p:cNvSpPr/>
          <p:nvPr/>
        </p:nvSpPr>
        <p:spPr>
          <a:xfrm>
            <a:off x="2562154" y="3728824"/>
            <a:ext cx="55662" cy="55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DB2FD5F8-36E1-4DDD-BB2F-C5B588FD8542}"/>
              </a:ext>
            </a:extLst>
          </p:cNvPr>
          <p:cNvSpPr/>
          <p:nvPr/>
        </p:nvSpPr>
        <p:spPr>
          <a:xfrm>
            <a:off x="3610492" y="3309820"/>
            <a:ext cx="55662" cy="556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778FC30F-32AA-426E-A1E0-E8B633E5F546}"/>
              </a:ext>
            </a:extLst>
          </p:cNvPr>
          <p:cNvSpPr/>
          <p:nvPr/>
        </p:nvSpPr>
        <p:spPr>
          <a:xfrm>
            <a:off x="3610257" y="3481766"/>
            <a:ext cx="55662" cy="556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2A8B1B51-8E62-473A-852C-BCB3F4374D1E}"/>
              </a:ext>
            </a:extLst>
          </p:cNvPr>
          <p:cNvSpPr/>
          <p:nvPr/>
        </p:nvSpPr>
        <p:spPr>
          <a:xfrm>
            <a:off x="3607450" y="3649168"/>
            <a:ext cx="55662" cy="556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E3F64903-D2B7-4F30-AF27-E7C7B57AC7BA}"/>
              </a:ext>
            </a:extLst>
          </p:cNvPr>
          <p:cNvSpPr/>
          <p:nvPr/>
        </p:nvSpPr>
        <p:spPr>
          <a:xfrm>
            <a:off x="3610492" y="3816570"/>
            <a:ext cx="55662" cy="556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523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2BA671A-E5D0-4245-A49A-C908E1417078}"/>
              </a:ext>
            </a:extLst>
          </p:cNvPr>
          <p:cNvGrpSpPr/>
          <p:nvPr/>
        </p:nvGrpSpPr>
        <p:grpSpPr>
          <a:xfrm>
            <a:off x="3563377" y="2290463"/>
            <a:ext cx="4704872" cy="2434493"/>
            <a:chOff x="3575528" y="2293815"/>
            <a:chExt cx="4704872" cy="243449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A12B232-C197-485E-9E43-383F71BAD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277" y="2348280"/>
              <a:ext cx="4414576" cy="2161439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F076F8B-A3A2-47CF-B414-EDA1DB963943}"/>
                </a:ext>
              </a:extLst>
            </p:cNvPr>
            <p:cNvSpPr/>
            <p:nvPr/>
          </p:nvSpPr>
          <p:spPr>
            <a:xfrm>
              <a:off x="3751385" y="2293815"/>
              <a:ext cx="4529015" cy="2215904"/>
            </a:xfrm>
            <a:prstGeom prst="rect">
              <a:avLst/>
            </a:prstGeom>
            <a:solidFill>
              <a:schemeClr val="bg1">
                <a:alpha val="63000"/>
              </a:schemeClr>
            </a:solidFill>
            <a:ln>
              <a:solidFill>
                <a:schemeClr val="bg1">
                  <a:alpha val="8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2uF</a:t>
              </a:r>
              <a:endParaRPr lang="nl-NL" dirty="0">
                <a:solidFill>
                  <a:srgbClr val="FF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A7C22DC-D9D3-4E03-BFC8-D72C55622465}"/>
                </a:ext>
              </a:extLst>
            </p:cNvPr>
            <p:cNvSpPr/>
            <p:nvPr/>
          </p:nvSpPr>
          <p:spPr>
            <a:xfrm>
              <a:off x="6916615" y="3919415"/>
              <a:ext cx="1363785" cy="6447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657A017-BBA5-4782-AA87-03E0A3C05473}"/>
                </a:ext>
              </a:extLst>
            </p:cNvPr>
            <p:cNvSpPr/>
            <p:nvPr/>
          </p:nvSpPr>
          <p:spPr>
            <a:xfrm>
              <a:off x="6635258" y="4083539"/>
              <a:ext cx="1363785" cy="6447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8019CCB-7149-4E5B-8E77-03BC381B10DB}"/>
                </a:ext>
              </a:extLst>
            </p:cNvPr>
            <p:cNvSpPr/>
            <p:nvPr/>
          </p:nvSpPr>
          <p:spPr>
            <a:xfrm>
              <a:off x="3575528" y="4021016"/>
              <a:ext cx="1363785" cy="6447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6E5B786F-49B8-4626-8BDD-D4D68914FD1C}"/>
              </a:ext>
            </a:extLst>
          </p:cNvPr>
          <p:cNvCxnSpPr/>
          <p:nvPr/>
        </p:nvCxnSpPr>
        <p:spPr>
          <a:xfrm>
            <a:off x="5545015" y="2840893"/>
            <a:ext cx="17584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158021F5-44B6-425A-8276-C6542A15B48C}"/>
              </a:ext>
            </a:extLst>
          </p:cNvPr>
          <p:cNvCxnSpPr/>
          <p:nvPr/>
        </p:nvCxnSpPr>
        <p:spPr>
          <a:xfrm>
            <a:off x="5720861" y="2833077"/>
            <a:ext cx="0" cy="69947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07960FC7-0A77-4526-8C6A-CFF1CB081025}"/>
              </a:ext>
            </a:extLst>
          </p:cNvPr>
          <p:cNvCxnSpPr/>
          <p:nvPr/>
        </p:nvCxnSpPr>
        <p:spPr>
          <a:xfrm>
            <a:off x="5634892" y="3532553"/>
            <a:ext cx="1719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71AAD1-7598-49A2-958A-3308A78D6C7C}"/>
              </a:ext>
            </a:extLst>
          </p:cNvPr>
          <p:cNvCxnSpPr/>
          <p:nvPr/>
        </p:nvCxnSpPr>
        <p:spPr>
          <a:xfrm>
            <a:off x="5634887" y="3595069"/>
            <a:ext cx="1719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84FEABB8-B410-4BDA-A211-F6D264EC7D23}"/>
              </a:ext>
            </a:extLst>
          </p:cNvPr>
          <p:cNvCxnSpPr>
            <a:cxnSpLocks/>
          </p:cNvCxnSpPr>
          <p:nvPr/>
        </p:nvCxnSpPr>
        <p:spPr>
          <a:xfrm>
            <a:off x="5720861" y="3595069"/>
            <a:ext cx="0" cy="32434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930893F7-D3F9-4C83-ACCF-D5377A304596}"/>
              </a:ext>
            </a:extLst>
          </p:cNvPr>
          <p:cNvCxnSpPr>
            <a:cxnSpLocks/>
          </p:cNvCxnSpPr>
          <p:nvPr/>
        </p:nvCxnSpPr>
        <p:spPr>
          <a:xfrm flipH="1">
            <a:off x="5556743" y="3919415"/>
            <a:ext cx="16411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54D17D2-9831-424F-826B-100A88812D3D}"/>
              </a:ext>
            </a:extLst>
          </p:cNvPr>
          <p:cNvSpPr txBox="1"/>
          <p:nvPr/>
        </p:nvSpPr>
        <p:spPr>
          <a:xfrm>
            <a:off x="7012168" y="2886375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/>
              <a:t>(used for </a:t>
            </a:r>
            <a:r>
              <a:rPr lang="en-US" sz="800" dirty="0" err="1"/>
              <a:t>usb</a:t>
            </a:r>
            <a:r>
              <a:rPr lang="en-US" sz="800" dirty="0"/>
              <a:t>)</a:t>
            </a:r>
            <a:endParaRPr lang="nl-NL" sz="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99C972-B187-4A2A-AA1C-D3737C1AF84A}"/>
              </a:ext>
            </a:extLst>
          </p:cNvPr>
          <p:cNvSpPr txBox="1"/>
          <p:nvPr/>
        </p:nvSpPr>
        <p:spPr>
          <a:xfrm>
            <a:off x="7043433" y="2960622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/>
              <a:t>(used for </a:t>
            </a:r>
            <a:r>
              <a:rPr lang="en-US" sz="800" dirty="0" err="1"/>
              <a:t>usb</a:t>
            </a:r>
            <a:r>
              <a:rPr lang="en-US" sz="800" dirty="0"/>
              <a:t>)</a:t>
            </a:r>
            <a:endParaRPr lang="nl-NL" sz="800" dirty="0"/>
          </a:p>
        </p:txBody>
      </p: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993FDF3A-F7F2-4BE8-BCA6-0877B6FD4081}"/>
              </a:ext>
            </a:extLst>
          </p:cNvPr>
          <p:cNvCxnSpPr>
            <a:cxnSpLocks/>
          </p:cNvCxnSpPr>
          <p:nvPr/>
        </p:nvCxnSpPr>
        <p:spPr>
          <a:xfrm>
            <a:off x="7560267" y="1449455"/>
            <a:ext cx="138444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EF255AF3-58FB-4C4F-BDB7-AFC3CAA31CE3}"/>
              </a:ext>
            </a:extLst>
          </p:cNvPr>
          <p:cNvCxnSpPr>
            <a:cxnSpLocks/>
          </p:cNvCxnSpPr>
          <p:nvPr/>
        </p:nvCxnSpPr>
        <p:spPr>
          <a:xfrm>
            <a:off x="7703250" y="1711270"/>
            <a:ext cx="124537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EF8D358-3EA7-4D7A-80D1-DDDD92EBB69C}"/>
              </a:ext>
            </a:extLst>
          </p:cNvPr>
          <p:cNvSpPr/>
          <p:nvPr/>
        </p:nvSpPr>
        <p:spPr>
          <a:xfrm>
            <a:off x="8905367" y="2712664"/>
            <a:ext cx="2012468" cy="990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Nextion</a:t>
            </a:r>
            <a:endParaRPr lang="nl-NL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9E2EF254-EADA-488A-ACBC-BE1820D016A9}"/>
              </a:ext>
            </a:extLst>
          </p:cNvPr>
          <p:cNvSpPr/>
          <p:nvPr/>
        </p:nvSpPr>
        <p:spPr>
          <a:xfrm>
            <a:off x="8902751" y="987379"/>
            <a:ext cx="1495618" cy="8557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HYT271</a:t>
            </a:r>
          </a:p>
          <a:p>
            <a:pPr algn="ctr"/>
            <a:r>
              <a:rPr lang="en-US" dirty="0"/>
              <a:t>       T / Humid</a:t>
            </a: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267E193D-647D-4D9D-93AD-C7BB1D4F4F69}"/>
              </a:ext>
            </a:extLst>
          </p:cNvPr>
          <p:cNvCxnSpPr/>
          <p:nvPr/>
        </p:nvCxnSpPr>
        <p:spPr>
          <a:xfrm flipH="1">
            <a:off x="7999043" y="1160286"/>
            <a:ext cx="903708" cy="0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TextBox 1047">
            <a:extLst>
              <a:ext uri="{FF2B5EF4-FFF2-40B4-BE49-F238E27FC236}">
                <a16:creationId xmlns:a16="http://schemas.microsoft.com/office/drawing/2014/main" id="{8B482800-FED9-4F28-A372-34D9D25F94BC}"/>
              </a:ext>
            </a:extLst>
          </p:cNvPr>
          <p:cNvSpPr txBox="1"/>
          <p:nvPr/>
        </p:nvSpPr>
        <p:spPr>
          <a:xfrm>
            <a:off x="7709880" y="1031331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3.3V</a:t>
            </a:r>
            <a:endParaRPr lang="nl-NL" sz="800" dirty="0"/>
          </a:p>
        </p:txBody>
      </p: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BE976486-981E-43FC-8407-B31B1E934FB9}"/>
              </a:ext>
            </a:extLst>
          </p:cNvPr>
          <p:cNvCxnSpPr/>
          <p:nvPr/>
        </p:nvCxnSpPr>
        <p:spPr>
          <a:xfrm>
            <a:off x="8135815" y="1160286"/>
            <a:ext cx="0" cy="93780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B39AB12-A90D-421C-B88C-A6EF7F0EA0A5}"/>
              </a:ext>
            </a:extLst>
          </p:cNvPr>
          <p:cNvCxnSpPr/>
          <p:nvPr/>
        </p:nvCxnSpPr>
        <p:spPr>
          <a:xfrm>
            <a:off x="8526583" y="1156381"/>
            <a:ext cx="0" cy="93780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" name="TextBox 1050">
            <a:extLst>
              <a:ext uri="{FF2B5EF4-FFF2-40B4-BE49-F238E27FC236}">
                <a16:creationId xmlns:a16="http://schemas.microsoft.com/office/drawing/2014/main" id="{316F4BFB-6F47-4841-A7A1-DF960EE23D32}"/>
              </a:ext>
            </a:extLst>
          </p:cNvPr>
          <p:cNvSpPr txBox="1"/>
          <p:nvPr/>
        </p:nvSpPr>
        <p:spPr>
          <a:xfrm>
            <a:off x="7958577" y="1207179"/>
            <a:ext cx="354475" cy="20710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R4k7</a:t>
            </a:r>
            <a:endParaRPr lang="nl-NL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C025E09-3247-4079-9711-23DD4D9E488F}"/>
              </a:ext>
            </a:extLst>
          </p:cNvPr>
          <p:cNvSpPr txBox="1"/>
          <p:nvPr/>
        </p:nvSpPr>
        <p:spPr>
          <a:xfrm>
            <a:off x="8349344" y="1211083"/>
            <a:ext cx="354475" cy="20710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R4k7</a:t>
            </a:r>
            <a:endParaRPr lang="nl-NL" sz="800" dirty="0"/>
          </a:p>
        </p:txBody>
      </p: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98F1242E-B8E6-4822-BB6F-65CB7F029BC3}"/>
              </a:ext>
            </a:extLst>
          </p:cNvPr>
          <p:cNvCxnSpPr>
            <a:cxnSpLocks/>
          </p:cNvCxnSpPr>
          <p:nvPr/>
        </p:nvCxnSpPr>
        <p:spPr>
          <a:xfrm flipH="1">
            <a:off x="8135814" y="1359575"/>
            <a:ext cx="1" cy="8206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71FF7F75-7A18-4D15-A628-4D5151020C0A}"/>
              </a:ext>
            </a:extLst>
          </p:cNvPr>
          <p:cNvCxnSpPr>
            <a:cxnSpLocks/>
          </p:cNvCxnSpPr>
          <p:nvPr/>
        </p:nvCxnSpPr>
        <p:spPr>
          <a:xfrm>
            <a:off x="8526582" y="1367392"/>
            <a:ext cx="0" cy="34387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8BD28B6-F30C-4B90-85E9-8A0FEB5B8E0D}"/>
              </a:ext>
            </a:extLst>
          </p:cNvPr>
          <p:cNvCxnSpPr/>
          <p:nvPr/>
        </p:nvCxnSpPr>
        <p:spPr>
          <a:xfrm flipH="1">
            <a:off x="8280400" y="1805296"/>
            <a:ext cx="62235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B95D49E-9781-43A9-A7A0-836DA878E2FE}"/>
              </a:ext>
            </a:extLst>
          </p:cNvPr>
          <p:cNvSpPr txBox="1"/>
          <p:nvPr/>
        </p:nvSpPr>
        <p:spPr>
          <a:xfrm>
            <a:off x="7979152" y="1697834"/>
            <a:ext cx="409547" cy="1814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AF33007-4285-4592-BF8A-0635F4085F27}"/>
              </a:ext>
            </a:extLst>
          </p:cNvPr>
          <p:cNvCxnSpPr>
            <a:cxnSpLocks/>
            <a:endCxn id="121" idx="1"/>
          </p:cNvCxnSpPr>
          <p:nvPr/>
        </p:nvCxnSpPr>
        <p:spPr>
          <a:xfrm flipV="1">
            <a:off x="7111999" y="2902204"/>
            <a:ext cx="1755933" cy="595182"/>
          </a:xfrm>
          <a:prstGeom prst="bentConnector3">
            <a:avLst>
              <a:gd name="adj1" fmla="val 53234"/>
            </a:avLst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7186CA2-2E06-482D-9D8B-5AB32553DE44}"/>
              </a:ext>
            </a:extLst>
          </p:cNvPr>
          <p:cNvCxnSpPr>
            <a:cxnSpLocks/>
            <a:endCxn id="122" idx="1"/>
          </p:cNvCxnSpPr>
          <p:nvPr/>
        </p:nvCxnSpPr>
        <p:spPr>
          <a:xfrm flipV="1">
            <a:off x="7111999" y="3026755"/>
            <a:ext cx="1742774" cy="568314"/>
          </a:xfrm>
          <a:prstGeom prst="bentConnector3">
            <a:avLst>
              <a:gd name="adj1" fmla="val 59451"/>
            </a:avLst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18D891D-ED23-426C-9400-1C7ADEC2D454}"/>
              </a:ext>
            </a:extLst>
          </p:cNvPr>
          <p:cNvCxnSpPr/>
          <p:nvPr/>
        </p:nvCxnSpPr>
        <p:spPr>
          <a:xfrm flipH="1">
            <a:off x="8285431" y="3198446"/>
            <a:ext cx="62235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6A83D89-2C8D-401A-98FD-707A33B6DC64}"/>
              </a:ext>
            </a:extLst>
          </p:cNvPr>
          <p:cNvSpPr txBox="1"/>
          <p:nvPr/>
        </p:nvSpPr>
        <p:spPr>
          <a:xfrm>
            <a:off x="8177295" y="3028504"/>
            <a:ext cx="409547" cy="1814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AA70ADB-1E6A-44E2-A0BE-DE2FAC40E018}"/>
              </a:ext>
            </a:extLst>
          </p:cNvPr>
          <p:cNvCxnSpPr/>
          <p:nvPr/>
        </p:nvCxnSpPr>
        <p:spPr>
          <a:xfrm flipH="1">
            <a:off x="8285428" y="3335215"/>
            <a:ext cx="62235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788356E-BA42-4533-825E-66943D9FD210}"/>
              </a:ext>
            </a:extLst>
          </p:cNvPr>
          <p:cNvSpPr txBox="1"/>
          <p:nvPr/>
        </p:nvSpPr>
        <p:spPr>
          <a:xfrm>
            <a:off x="8228404" y="3294189"/>
            <a:ext cx="409547" cy="1814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 external</a:t>
            </a:r>
          </a:p>
          <a:p>
            <a:pPr algn="l"/>
            <a:r>
              <a:rPr lang="en-US" sz="800" dirty="0"/>
              <a:t>apart!</a:t>
            </a:r>
            <a:endParaRPr lang="nl-NL" sz="800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83708E1-0A82-4BC8-B4FB-73985B23F9BC}"/>
              </a:ext>
            </a:extLst>
          </p:cNvPr>
          <p:cNvSpPr/>
          <p:nvPr/>
        </p:nvSpPr>
        <p:spPr>
          <a:xfrm>
            <a:off x="8902754" y="1937166"/>
            <a:ext cx="1495618" cy="6875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MH-Z16</a:t>
            </a:r>
          </a:p>
          <a:p>
            <a:pPr algn="ctr"/>
            <a:r>
              <a:rPr lang="en-US" dirty="0"/>
              <a:t>       CO</a:t>
            </a:r>
            <a:r>
              <a:rPr lang="en-US" baseline="-25000" dirty="0"/>
              <a:t>2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25927EBF-EE1F-47C0-81FD-0A6A94D2D72D}"/>
              </a:ext>
            </a:extLst>
          </p:cNvPr>
          <p:cNvCxnSpPr>
            <a:cxnSpLocks/>
            <a:endCxn id="69" idx="1"/>
          </p:cNvCxnSpPr>
          <p:nvPr/>
        </p:nvCxnSpPr>
        <p:spPr>
          <a:xfrm flipV="1">
            <a:off x="6861908" y="2029493"/>
            <a:ext cx="1983667" cy="1229764"/>
          </a:xfrm>
          <a:prstGeom prst="bentConnector3">
            <a:avLst>
              <a:gd name="adj1" fmla="val 50000"/>
            </a:avLst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E743166-20E0-44CE-8A30-67502836091E}"/>
              </a:ext>
            </a:extLst>
          </p:cNvPr>
          <p:cNvCxnSpPr>
            <a:cxnSpLocks/>
            <a:endCxn id="113" idx="1"/>
          </p:cNvCxnSpPr>
          <p:nvPr/>
        </p:nvCxnSpPr>
        <p:spPr>
          <a:xfrm flipV="1">
            <a:off x="6861909" y="2154044"/>
            <a:ext cx="1970507" cy="1182146"/>
          </a:xfrm>
          <a:prstGeom prst="bentConnector3">
            <a:avLst>
              <a:gd name="adj1" fmla="val 56053"/>
            </a:avLst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DE63EB3-B902-476E-930E-E3C303C4006D}"/>
              </a:ext>
            </a:extLst>
          </p:cNvPr>
          <p:cNvSpPr txBox="1"/>
          <p:nvPr/>
        </p:nvSpPr>
        <p:spPr>
          <a:xfrm>
            <a:off x="8845575" y="1938641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TXD/RXD</a:t>
            </a:r>
            <a:endParaRPr lang="nl-NL" sz="800" dirty="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EADE92E-B0BA-42B4-AF54-413DA51D40BB}"/>
              </a:ext>
            </a:extLst>
          </p:cNvPr>
          <p:cNvCxnSpPr/>
          <p:nvPr/>
        </p:nvCxnSpPr>
        <p:spPr>
          <a:xfrm flipH="1">
            <a:off x="8276487" y="2266392"/>
            <a:ext cx="62235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37163147-1E48-4ECB-AF82-93DCB0C2FEC5}"/>
              </a:ext>
            </a:extLst>
          </p:cNvPr>
          <p:cNvSpPr txBox="1"/>
          <p:nvPr/>
        </p:nvSpPr>
        <p:spPr>
          <a:xfrm>
            <a:off x="8053399" y="2158934"/>
            <a:ext cx="409547" cy="1814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</a:t>
            </a:r>
            <a:endParaRPr lang="nl-NL" sz="800" dirty="0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333E456-11DD-4A9A-A3E4-36546B1801F1}"/>
              </a:ext>
            </a:extLst>
          </p:cNvPr>
          <p:cNvCxnSpPr/>
          <p:nvPr/>
        </p:nvCxnSpPr>
        <p:spPr>
          <a:xfrm flipH="1">
            <a:off x="8280398" y="2383627"/>
            <a:ext cx="62235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375A4576-F8A5-40D2-A9A9-659DF48065BB}"/>
              </a:ext>
            </a:extLst>
          </p:cNvPr>
          <p:cNvSpPr txBox="1"/>
          <p:nvPr/>
        </p:nvSpPr>
        <p:spPr>
          <a:xfrm>
            <a:off x="7979150" y="2276165"/>
            <a:ext cx="409547" cy="1814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7A7B90E-9107-4989-8C01-53C2D1E6C4B8}"/>
              </a:ext>
            </a:extLst>
          </p:cNvPr>
          <p:cNvSpPr txBox="1"/>
          <p:nvPr/>
        </p:nvSpPr>
        <p:spPr>
          <a:xfrm>
            <a:off x="8832416" y="2063192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(GPIO18, 19)</a:t>
            </a:r>
            <a:endParaRPr lang="nl-NL" sz="8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36A4B7B-FDF3-49C1-A81D-30976FE2E6A1}"/>
              </a:ext>
            </a:extLst>
          </p:cNvPr>
          <p:cNvSpPr txBox="1"/>
          <p:nvPr/>
        </p:nvSpPr>
        <p:spPr>
          <a:xfrm>
            <a:off x="8829939" y="1336869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SCL</a:t>
            </a:r>
            <a:endParaRPr lang="nl-NL" sz="8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0C4AB76-7355-4D2F-A82C-F743B503241E}"/>
              </a:ext>
            </a:extLst>
          </p:cNvPr>
          <p:cNvSpPr txBox="1"/>
          <p:nvPr/>
        </p:nvSpPr>
        <p:spPr>
          <a:xfrm>
            <a:off x="8822120" y="1598688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SDA</a:t>
            </a:r>
            <a:endParaRPr lang="nl-NL" sz="800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C86E2FB-0205-43D2-B892-FC1F11A306A8}"/>
              </a:ext>
            </a:extLst>
          </p:cNvPr>
          <p:cNvCxnSpPr/>
          <p:nvPr/>
        </p:nvCxnSpPr>
        <p:spPr>
          <a:xfrm>
            <a:off x="6803292" y="4021016"/>
            <a:ext cx="203200" cy="0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9467F0E-7C01-49F5-A015-844905C0C068}"/>
              </a:ext>
            </a:extLst>
          </p:cNvPr>
          <p:cNvCxnSpPr/>
          <p:nvPr/>
        </p:nvCxnSpPr>
        <p:spPr>
          <a:xfrm flipH="1">
            <a:off x="4719248" y="3989754"/>
            <a:ext cx="336943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762D77F-C34A-408A-9BCA-4F9A5F333CC6}"/>
              </a:ext>
            </a:extLst>
          </p:cNvPr>
          <p:cNvCxnSpPr/>
          <p:nvPr/>
        </p:nvCxnSpPr>
        <p:spPr>
          <a:xfrm flipH="1">
            <a:off x="4719241" y="3927235"/>
            <a:ext cx="33694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A85ACB02-3114-41B2-9CD3-A653ECC7E7D3}"/>
              </a:ext>
            </a:extLst>
          </p:cNvPr>
          <p:cNvSpPr txBox="1"/>
          <p:nvPr/>
        </p:nvSpPr>
        <p:spPr>
          <a:xfrm>
            <a:off x="8867932" y="2811352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TXD/RXD</a:t>
            </a:r>
            <a:endParaRPr lang="nl-NL" sz="8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089832D-4D9F-4F1F-96DD-F941441A57F7}"/>
              </a:ext>
            </a:extLst>
          </p:cNvPr>
          <p:cNvSpPr txBox="1"/>
          <p:nvPr/>
        </p:nvSpPr>
        <p:spPr>
          <a:xfrm>
            <a:off x="8854773" y="2935903"/>
            <a:ext cx="320425" cy="18170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(GPIO16, 17)</a:t>
            </a:r>
            <a:endParaRPr lang="nl-NL" sz="80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EB553C4-7844-429B-A310-E7C317DF09AE}"/>
              </a:ext>
            </a:extLst>
          </p:cNvPr>
          <p:cNvGrpSpPr/>
          <p:nvPr/>
        </p:nvGrpSpPr>
        <p:grpSpPr>
          <a:xfrm>
            <a:off x="2309054" y="3188255"/>
            <a:ext cx="88773" cy="129568"/>
            <a:chOff x="1916240" y="2982193"/>
            <a:chExt cx="88773" cy="129568"/>
          </a:xfrm>
        </p:grpSpPr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22D4AD70-B4C3-4C96-AABB-83ABEA5CCCA4}"/>
                </a:ext>
              </a:extLst>
            </p:cNvPr>
            <p:cNvSpPr/>
            <p:nvPr/>
          </p:nvSpPr>
          <p:spPr>
            <a:xfrm rot="16200000">
              <a:off x="1909138" y="3006226"/>
              <a:ext cx="102977" cy="88773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BEC82AE-07E4-4E5D-B92D-DF9583FB9EC7}"/>
                </a:ext>
              </a:extLst>
            </p:cNvPr>
            <p:cNvCxnSpPr/>
            <p:nvPr/>
          </p:nvCxnSpPr>
          <p:spPr>
            <a:xfrm>
              <a:off x="1916240" y="2982193"/>
              <a:ext cx="0" cy="1295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0DFA825-DA26-4E46-93DB-989CF399E360}"/>
              </a:ext>
            </a:extLst>
          </p:cNvPr>
          <p:cNvGrpSpPr/>
          <p:nvPr/>
        </p:nvGrpSpPr>
        <p:grpSpPr>
          <a:xfrm>
            <a:off x="2309054" y="3351069"/>
            <a:ext cx="88773" cy="129568"/>
            <a:chOff x="1916240" y="2982193"/>
            <a:chExt cx="88773" cy="129568"/>
          </a:xfrm>
        </p:grpSpPr>
        <p:sp>
          <p:nvSpPr>
            <p:cNvPr id="131" name="Isosceles Triangle 130">
              <a:extLst>
                <a:ext uri="{FF2B5EF4-FFF2-40B4-BE49-F238E27FC236}">
                  <a16:creationId xmlns:a16="http://schemas.microsoft.com/office/drawing/2014/main" id="{FA2EF819-7F6B-40FA-8E45-296CB2B7735C}"/>
                </a:ext>
              </a:extLst>
            </p:cNvPr>
            <p:cNvSpPr/>
            <p:nvPr/>
          </p:nvSpPr>
          <p:spPr>
            <a:xfrm rot="16200000">
              <a:off x="1909138" y="3006226"/>
              <a:ext cx="102977" cy="88773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F0D46EE5-1B58-427F-A16F-8E8A8974FB48}"/>
                </a:ext>
              </a:extLst>
            </p:cNvPr>
            <p:cNvCxnSpPr/>
            <p:nvPr/>
          </p:nvCxnSpPr>
          <p:spPr>
            <a:xfrm>
              <a:off x="1916240" y="2982193"/>
              <a:ext cx="0" cy="1295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94FC7F0-0FC6-4132-ABC8-907E481919B7}"/>
              </a:ext>
            </a:extLst>
          </p:cNvPr>
          <p:cNvGrpSpPr/>
          <p:nvPr/>
        </p:nvGrpSpPr>
        <p:grpSpPr>
          <a:xfrm>
            <a:off x="2307798" y="3517619"/>
            <a:ext cx="88773" cy="129568"/>
            <a:chOff x="1916240" y="2982193"/>
            <a:chExt cx="88773" cy="129568"/>
          </a:xfrm>
        </p:grpSpPr>
        <p:sp>
          <p:nvSpPr>
            <p:cNvPr id="134" name="Isosceles Triangle 133">
              <a:extLst>
                <a:ext uri="{FF2B5EF4-FFF2-40B4-BE49-F238E27FC236}">
                  <a16:creationId xmlns:a16="http://schemas.microsoft.com/office/drawing/2014/main" id="{1FB7BB20-1E48-4B86-B112-0BA62A4DCB28}"/>
                </a:ext>
              </a:extLst>
            </p:cNvPr>
            <p:cNvSpPr/>
            <p:nvPr/>
          </p:nvSpPr>
          <p:spPr>
            <a:xfrm rot="16200000">
              <a:off x="1909138" y="3006226"/>
              <a:ext cx="102977" cy="88773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BF4B45BE-68A8-45C2-91EC-421DCF80723B}"/>
                </a:ext>
              </a:extLst>
            </p:cNvPr>
            <p:cNvCxnSpPr/>
            <p:nvPr/>
          </p:nvCxnSpPr>
          <p:spPr>
            <a:xfrm>
              <a:off x="1916240" y="2982193"/>
              <a:ext cx="0" cy="1295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2D94D44-B78F-4BC2-A38B-3EC059F9046E}"/>
              </a:ext>
            </a:extLst>
          </p:cNvPr>
          <p:cNvCxnSpPr/>
          <p:nvPr/>
        </p:nvCxnSpPr>
        <p:spPr>
          <a:xfrm flipH="1">
            <a:off x="2398690" y="3259256"/>
            <a:ext cx="25950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422C37F-C346-4441-8CC7-3EA475D9BF30}"/>
              </a:ext>
            </a:extLst>
          </p:cNvPr>
          <p:cNvCxnSpPr/>
          <p:nvPr/>
        </p:nvCxnSpPr>
        <p:spPr>
          <a:xfrm flipH="1">
            <a:off x="2396541" y="3424536"/>
            <a:ext cx="25950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0DE5A1A-D7FE-41AA-9519-6D3A857B76FE}"/>
              </a:ext>
            </a:extLst>
          </p:cNvPr>
          <p:cNvCxnSpPr/>
          <p:nvPr/>
        </p:nvCxnSpPr>
        <p:spPr>
          <a:xfrm flipH="1">
            <a:off x="2397616" y="3586596"/>
            <a:ext cx="25950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308AA12-4FF1-4245-8EF2-B5BCFF16F089}"/>
              </a:ext>
            </a:extLst>
          </p:cNvPr>
          <p:cNvCxnSpPr>
            <a:cxnSpLocks/>
            <a:endCxn id="185" idx="2"/>
          </p:cNvCxnSpPr>
          <p:nvPr/>
        </p:nvCxnSpPr>
        <p:spPr>
          <a:xfrm flipH="1">
            <a:off x="3610492" y="3333260"/>
            <a:ext cx="1381142" cy="439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3D512AD-AEC3-4EE6-90B5-D5289569EF13}"/>
              </a:ext>
            </a:extLst>
          </p:cNvPr>
          <p:cNvCxnSpPr>
            <a:cxnSpLocks/>
            <a:endCxn id="186" idx="6"/>
          </p:cNvCxnSpPr>
          <p:nvPr/>
        </p:nvCxnSpPr>
        <p:spPr>
          <a:xfrm flipH="1">
            <a:off x="3665919" y="3501760"/>
            <a:ext cx="1323566" cy="783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ECFF3A0-1D88-441E-93A6-CF62538D6855}"/>
              </a:ext>
            </a:extLst>
          </p:cNvPr>
          <p:cNvCxnSpPr>
            <a:cxnSpLocks/>
          </p:cNvCxnSpPr>
          <p:nvPr/>
        </p:nvCxnSpPr>
        <p:spPr>
          <a:xfrm flipH="1">
            <a:off x="3602865" y="3670260"/>
            <a:ext cx="13876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9B6B5A00-C3BB-4847-B3E2-5BB32F0D55A0}"/>
              </a:ext>
            </a:extLst>
          </p:cNvPr>
          <p:cNvSpPr txBox="1"/>
          <p:nvPr/>
        </p:nvSpPr>
        <p:spPr>
          <a:xfrm>
            <a:off x="2691303" y="3217892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(Temp analog out)</a:t>
            </a:r>
            <a:endParaRPr lang="nl-NL" sz="800" dirty="0">
              <a:solidFill>
                <a:srgbClr val="FF0000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0328397-1B67-4232-8747-0CEC0855B0E5}"/>
              </a:ext>
            </a:extLst>
          </p:cNvPr>
          <p:cNvSpPr txBox="1"/>
          <p:nvPr/>
        </p:nvSpPr>
        <p:spPr>
          <a:xfrm>
            <a:off x="2695596" y="3383172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(CO</a:t>
            </a:r>
            <a:r>
              <a:rPr lang="en-US" sz="800" baseline="-25000" dirty="0">
                <a:solidFill>
                  <a:srgbClr val="FF0000"/>
                </a:solidFill>
              </a:rPr>
              <a:t>2</a:t>
            </a:r>
            <a:r>
              <a:rPr lang="en-US" sz="800" dirty="0">
                <a:solidFill>
                  <a:srgbClr val="FF0000"/>
                </a:solidFill>
              </a:rPr>
              <a:t> analog out)</a:t>
            </a:r>
            <a:endParaRPr lang="nl-NL" sz="800" dirty="0">
              <a:solidFill>
                <a:srgbClr val="FF0000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5C5F867-AD1F-4CB6-B1FC-063F14D59B67}"/>
              </a:ext>
            </a:extLst>
          </p:cNvPr>
          <p:cNvSpPr txBox="1"/>
          <p:nvPr/>
        </p:nvSpPr>
        <p:spPr>
          <a:xfrm>
            <a:off x="2696666" y="3554892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(Humid analog out)</a:t>
            </a:r>
            <a:endParaRPr lang="nl-NL" sz="800" dirty="0">
              <a:solidFill>
                <a:srgbClr val="FF0000"/>
              </a:solidFill>
            </a:endParaRP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AC3292C-BC72-4798-AD74-8D1D1C9B9AE2}"/>
              </a:ext>
            </a:extLst>
          </p:cNvPr>
          <p:cNvGrpSpPr/>
          <p:nvPr/>
        </p:nvGrpSpPr>
        <p:grpSpPr>
          <a:xfrm>
            <a:off x="2308874" y="3689339"/>
            <a:ext cx="88773" cy="129568"/>
            <a:chOff x="1916240" y="2982193"/>
            <a:chExt cx="88773" cy="129568"/>
          </a:xfrm>
        </p:grpSpPr>
        <p:sp>
          <p:nvSpPr>
            <p:cNvPr id="150" name="Isosceles Triangle 149">
              <a:extLst>
                <a:ext uri="{FF2B5EF4-FFF2-40B4-BE49-F238E27FC236}">
                  <a16:creationId xmlns:a16="http://schemas.microsoft.com/office/drawing/2014/main" id="{63CED9C3-139F-4AB6-BEC7-419DF03D523B}"/>
                </a:ext>
              </a:extLst>
            </p:cNvPr>
            <p:cNvSpPr/>
            <p:nvPr/>
          </p:nvSpPr>
          <p:spPr>
            <a:xfrm rot="16200000">
              <a:off x="1909138" y="3006226"/>
              <a:ext cx="102977" cy="88773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93D8ED9A-08D2-493E-8537-288064DD049A}"/>
                </a:ext>
              </a:extLst>
            </p:cNvPr>
            <p:cNvCxnSpPr/>
            <p:nvPr/>
          </p:nvCxnSpPr>
          <p:spPr>
            <a:xfrm>
              <a:off x="1916240" y="2982193"/>
              <a:ext cx="0" cy="129568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E16FE7E-D2F7-40B5-968E-E8FFCE9C7086}"/>
              </a:ext>
            </a:extLst>
          </p:cNvPr>
          <p:cNvCxnSpPr/>
          <p:nvPr/>
        </p:nvCxnSpPr>
        <p:spPr>
          <a:xfrm flipH="1">
            <a:off x="2398692" y="3758316"/>
            <a:ext cx="25950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B9A605D2-C1FE-46EB-BDF7-13118B24A0E7}"/>
              </a:ext>
            </a:extLst>
          </p:cNvPr>
          <p:cNvCxnSpPr>
            <a:cxnSpLocks/>
          </p:cNvCxnSpPr>
          <p:nvPr/>
        </p:nvCxnSpPr>
        <p:spPr>
          <a:xfrm flipH="1">
            <a:off x="3603941" y="3841980"/>
            <a:ext cx="1387693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4229AA8-2157-4C2E-A752-D8D435483412}"/>
              </a:ext>
            </a:extLst>
          </p:cNvPr>
          <p:cNvSpPr txBox="1"/>
          <p:nvPr/>
        </p:nvSpPr>
        <p:spPr>
          <a:xfrm>
            <a:off x="2697742" y="3726612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(Obj T analog out)</a:t>
            </a:r>
            <a:endParaRPr lang="nl-NL" sz="800" dirty="0">
              <a:solidFill>
                <a:srgbClr val="FF0000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B8D8253-4DF8-467B-8EDF-04A09D337480}"/>
              </a:ext>
            </a:extLst>
          </p:cNvPr>
          <p:cNvSpPr txBox="1"/>
          <p:nvPr/>
        </p:nvSpPr>
        <p:spPr>
          <a:xfrm>
            <a:off x="2360743" y="3074081"/>
            <a:ext cx="548099" cy="2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(Temp software PWM)</a:t>
            </a:r>
            <a:endParaRPr lang="nl-NL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8F4D530-B4CE-44CA-B095-A50B50E845E8}"/>
              </a:ext>
            </a:extLst>
          </p:cNvPr>
          <p:cNvCxnSpPr>
            <a:stCxn id="75" idx="0"/>
          </p:cNvCxnSpPr>
          <p:nvPr/>
        </p:nvCxnSpPr>
        <p:spPr>
          <a:xfrm flipH="1" flipV="1">
            <a:off x="1960745" y="3254616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9F2F9FFF-E9AC-4CFC-AA93-7C4B5194A8E8}"/>
              </a:ext>
            </a:extLst>
          </p:cNvPr>
          <p:cNvCxnSpPr/>
          <p:nvPr/>
        </p:nvCxnSpPr>
        <p:spPr>
          <a:xfrm flipH="1" flipV="1">
            <a:off x="1961817" y="3416676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AE9612E2-FBAC-40D2-B7F1-CB749C53DFFF}"/>
              </a:ext>
            </a:extLst>
          </p:cNvPr>
          <p:cNvCxnSpPr/>
          <p:nvPr/>
        </p:nvCxnSpPr>
        <p:spPr>
          <a:xfrm flipH="1" flipV="1">
            <a:off x="1952163" y="3587318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84CA9242-E225-47FD-BCFE-5BC9F4F8043A}"/>
              </a:ext>
            </a:extLst>
          </p:cNvPr>
          <p:cNvCxnSpPr/>
          <p:nvPr/>
        </p:nvCxnSpPr>
        <p:spPr>
          <a:xfrm flipH="1" flipV="1">
            <a:off x="1953235" y="3749378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FB0756E-EB2A-44EB-9555-FC64B0A373BC}"/>
              </a:ext>
            </a:extLst>
          </p:cNvPr>
          <p:cNvSpPr txBox="1"/>
          <p:nvPr/>
        </p:nvSpPr>
        <p:spPr>
          <a:xfrm>
            <a:off x="1647156" y="3133722"/>
            <a:ext cx="348309" cy="2015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R2k2</a:t>
            </a:r>
            <a:endParaRPr lang="nl-NL" sz="8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C1D05A9-C507-4853-A798-6969C296A471}"/>
              </a:ext>
            </a:extLst>
          </p:cNvPr>
          <p:cNvSpPr txBox="1"/>
          <p:nvPr/>
        </p:nvSpPr>
        <p:spPr>
          <a:xfrm>
            <a:off x="1651447" y="3299002"/>
            <a:ext cx="348309" cy="2015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R2k2</a:t>
            </a:r>
            <a:endParaRPr lang="nl-NL" sz="8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F7BA9C3-351F-45C3-9EB0-F137FD270CCE}"/>
              </a:ext>
            </a:extLst>
          </p:cNvPr>
          <p:cNvSpPr txBox="1"/>
          <p:nvPr/>
        </p:nvSpPr>
        <p:spPr>
          <a:xfrm>
            <a:off x="1648223" y="3479310"/>
            <a:ext cx="348309" cy="2015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R2k2</a:t>
            </a:r>
            <a:endParaRPr lang="nl-NL" sz="8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271BA8E-3B21-4973-B950-4BB45B1C7831}"/>
              </a:ext>
            </a:extLst>
          </p:cNvPr>
          <p:cNvSpPr txBox="1"/>
          <p:nvPr/>
        </p:nvSpPr>
        <p:spPr>
          <a:xfrm>
            <a:off x="1652514" y="3644590"/>
            <a:ext cx="348309" cy="20159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R2k2</a:t>
            </a:r>
            <a:endParaRPr lang="nl-NL" sz="800" dirty="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B16C369-0937-435F-859D-C11A81124359}"/>
              </a:ext>
            </a:extLst>
          </p:cNvPr>
          <p:cNvCxnSpPr/>
          <p:nvPr/>
        </p:nvCxnSpPr>
        <p:spPr>
          <a:xfrm flipH="1" flipV="1">
            <a:off x="1372612" y="3252468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1D57CA7-FEFB-4C72-B657-F39D5DC2D6B6}"/>
              </a:ext>
            </a:extLst>
          </p:cNvPr>
          <p:cNvCxnSpPr/>
          <p:nvPr/>
        </p:nvCxnSpPr>
        <p:spPr>
          <a:xfrm flipH="1" flipV="1">
            <a:off x="1373684" y="3414528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B297C51D-7B59-46A1-876F-BCA48BAC1265}"/>
              </a:ext>
            </a:extLst>
          </p:cNvPr>
          <p:cNvCxnSpPr/>
          <p:nvPr/>
        </p:nvCxnSpPr>
        <p:spPr>
          <a:xfrm flipH="1" flipV="1">
            <a:off x="1364030" y="3585170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357F743-4395-41AF-B9F5-ABB583471847}"/>
              </a:ext>
            </a:extLst>
          </p:cNvPr>
          <p:cNvCxnSpPr/>
          <p:nvPr/>
        </p:nvCxnSpPr>
        <p:spPr>
          <a:xfrm flipH="1" flipV="1">
            <a:off x="1365102" y="3747230"/>
            <a:ext cx="348309" cy="20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999E7A7-9256-4A0C-9DE6-A9E4F237DF91}"/>
              </a:ext>
            </a:extLst>
          </p:cNvPr>
          <p:cNvCxnSpPr/>
          <p:nvPr/>
        </p:nvCxnSpPr>
        <p:spPr>
          <a:xfrm>
            <a:off x="1372612" y="3239588"/>
            <a:ext cx="0" cy="65913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78580AE-CDB6-4F6D-AB43-199AD8E628F9}"/>
              </a:ext>
            </a:extLst>
          </p:cNvPr>
          <p:cNvSpPr txBox="1"/>
          <p:nvPr/>
        </p:nvSpPr>
        <p:spPr>
          <a:xfrm>
            <a:off x="1212284" y="3868857"/>
            <a:ext cx="344411" cy="19845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CB74469D-15BE-4C51-BB2E-F98975385DBC}"/>
              </a:ext>
            </a:extLst>
          </p:cNvPr>
          <p:cNvSpPr/>
          <p:nvPr/>
        </p:nvSpPr>
        <p:spPr>
          <a:xfrm>
            <a:off x="2562154" y="3222074"/>
            <a:ext cx="55662" cy="55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6650B958-8725-4149-91D3-61F6E937C592}"/>
              </a:ext>
            </a:extLst>
          </p:cNvPr>
          <p:cNvSpPr/>
          <p:nvPr/>
        </p:nvSpPr>
        <p:spPr>
          <a:xfrm>
            <a:off x="2561919" y="3394020"/>
            <a:ext cx="55662" cy="55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E00D8E29-A004-44FE-A821-F1E94FAC4FCF}"/>
              </a:ext>
            </a:extLst>
          </p:cNvPr>
          <p:cNvSpPr/>
          <p:nvPr/>
        </p:nvSpPr>
        <p:spPr>
          <a:xfrm>
            <a:off x="2559112" y="3561422"/>
            <a:ext cx="55662" cy="55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5532B74D-E7F6-4A12-8F5F-52A169CFE9D2}"/>
              </a:ext>
            </a:extLst>
          </p:cNvPr>
          <p:cNvSpPr/>
          <p:nvPr/>
        </p:nvSpPr>
        <p:spPr>
          <a:xfrm>
            <a:off x="2562154" y="3728824"/>
            <a:ext cx="55662" cy="556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DB2FD5F8-36E1-4DDD-BB2F-C5B588FD8542}"/>
              </a:ext>
            </a:extLst>
          </p:cNvPr>
          <p:cNvSpPr/>
          <p:nvPr/>
        </p:nvSpPr>
        <p:spPr>
          <a:xfrm>
            <a:off x="3610492" y="3309820"/>
            <a:ext cx="55662" cy="556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778FC30F-32AA-426E-A1E0-E8B633E5F546}"/>
              </a:ext>
            </a:extLst>
          </p:cNvPr>
          <p:cNvSpPr/>
          <p:nvPr/>
        </p:nvSpPr>
        <p:spPr>
          <a:xfrm>
            <a:off x="3610257" y="3481766"/>
            <a:ext cx="55662" cy="556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2A8B1B51-8E62-473A-852C-BCB3F4374D1E}"/>
              </a:ext>
            </a:extLst>
          </p:cNvPr>
          <p:cNvSpPr/>
          <p:nvPr/>
        </p:nvSpPr>
        <p:spPr>
          <a:xfrm>
            <a:off x="3607450" y="3649168"/>
            <a:ext cx="55662" cy="556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E3F64903-D2B7-4F30-AF27-E7C7B57AC7BA}"/>
              </a:ext>
            </a:extLst>
          </p:cNvPr>
          <p:cNvSpPr/>
          <p:nvPr/>
        </p:nvSpPr>
        <p:spPr>
          <a:xfrm>
            <a:off x="3610492" y="3816570"/>
            <a:ext cx="55662" cy="5566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01B0E56-E610-48F9-B5A9-6B932F5E258A}"/>
              </a:ext>
            </a:extLst>
          </p:cNvPr>
          <p:cNvSpPr/>
          <p:nvPr/>
        </p:nvSpPr>
        <p:spPr>
          <a:xfrm>
            <a:off x="8905367" y="3809247"/>
            <a:ext cx="1495618" cy="8557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DS18B20</a:t>
            </a:r>
          </a:p>
          <a:p>
            <a:pPr algn="ctr"/>
            <a:r>
              <a:rPr lang="en-US" dirty="0"/>
              <a:t>       T Lens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2634963-F1D2-4CB1-9FD1-83EFCC0BDBE8}"/>
              </a:ext>
            </a:extLst>
          </p:cNvPr>
          <p:cNvCxnSpPr/>
          <p:nvPr/>
        </p:nvCxnSpPr>
        <p:spPr>
          <a:xfrm flipH="1">
            <a:off x="8001659" y="4391475"/>
            <a:ext cx="903708" cy="0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1F6E215F-6E6C-4D99-8B4A-3DABDCA26DB9}"/>
              </a:ext>
            </a:extLst>
          </p:cNvPr>
          <p:cNvSpPr txBox="1"/>
          <p:nvPr/>
        </p:nvSpPr>
        <p:spPr>
          <a:xfrm>
            <a:off x="7634243" y="4250298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3.3V</a:t>
            </a:r>
            <a:endParaRPr lang="nl-NL" sz="800" dirty="0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24CBF68-3341-4CEA-BA22-B2BDDF9258E6}"/>
              </a:ext>
            </a:extLst>
          </p:cNvPr>
          <p:cNvCxnSpPr/>
          <p:nvPr/>
        </p:nvCxnSpPr>
        <p:spPr>
          <a:xfrm>
            <a:off x="8417108" y="4295674"/>
            <a:ext cx="0" cy="93780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558C4432-8A37-47A9-89A9-D03FA334639D}"/>
              </a:ext>
            </a:extLst>
          </p:cNvPr>
          <p:cNvSpPr txBox="1"/>
          <p:nvPr/>
        </p:nvSpPr>
        <p:spPr>
          <a:xfrm>
            <a:off x="8239716" y="4160567"/>
            <a:ext cx="354475" cy="20710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R4k7</a:t>
            </a:r>
            <a:endParaRPr lang="nl-NL" sz="800" dirty="0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CE13EC7-BE9F-46B1-9F17-23C151DCBF78}"/>
              </a:ext>
            </a:extLst>
          </p:cNvPr>
          <p:cNvCxnSpPr>
            <a:cxnSpLocks/>
          </p:cNvCxnSpPr>
          <p:nvPr/>
        </p:nvCxnSpPr>
        <p:spPr>
          <a:xfrm flipH="1">
            <a:off x="8420385" y="4075669"/>
            <a:ext cx="1" cy="82061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0CCA74D-FFCE-4D0D-9BB6-34D2252F7645}"/>
              </a:ext>
            </a:extLst>
          </p:cNvPr>
          <p:cNvCxnSpPr/>
          <p:nvPr/>
        </p:nvCxnSpPr>
        <p:spPr>
          <a:xfrm flipH="1">
            <a:off x="8283016" y="4627164"/>
            <a:ext cx="622351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EA0449A8-D502-46CE-9E96-696A177D73AC}"/>
              </a:ext>
            </a:extLst>
          </p:cNvPr>
          <p:cNvSpPr txBox="1"/>
          <p:nvPr/>
        </p:nvSpPr>
        <p:spPr>
          <a:xfrm>
            <a:off x="7981768" y="4519702"/>
            <a:ext cx="409547" cy="18146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ABC3927-CF11-4342-8E02-E73C733672A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49834" y="2072780"/>
            <a:ext cx="1433752" cy="187110"/>
          </a:xfrm>
          <a:prstGeom prst="bentConnector3">
            <a:avLst>
              <a:gd name="adj1" fmla="val -128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DC1E3AA-E2D1-4EE2-956B-80C9B10446A9}"/>
              </a:ext>
            </a:extLst>
          </p:cNvPr>
          <p:cNvCxnSpPr/>
          <p:nvPr/>
        </p:nvCxnSpPr>
        <p:spPr>
          <a:xfrm rot="10800000" flipV="1">
            <a:off x="7698260" y="1711269"/>
            <a:ext cx="4991" cy="141"/>
          </a:xfrm>
          <a:prstGeom prst="bentConnector3">
            <a:avLst>
              <a:gd name="adj1" fmla="val -197576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ED73270-B60E-4324-ABDD-2C2D564D7315}"/>
              </a:ext>
            </a:extLst>
          </p:cNvPr>
          <p:cNvCxnSpPr>
            <a:cxnSpLocks/>
          </p:cNvCxnSpPr>
          <p:nvPr/>
        </p:nvCxnSpPr>
        <p:spPr>
          <a:xfrm rot="5400000">
            <a:off x="6807184" y="2269236"/>
            <a:ext cx="1448933" cy="333003"/>
          </a:xfrm>
          <a:prstGeom prst="bentConnector3">
            <a:avLst>
              <a:gd name="adj1" fmla="val 99036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476F623-DCFB-4B03-BF6A-FFB19F2C8A4B}"/>
              </a:ext>
            </a:extLst>
          </p:cNvPr>
          <p:cNvCxnSpPr>
            <a:cxnSpLocks/>
          </p:cNvCxnSpPr>
          <p:nvPr/>
        </p:nvCxnSpPr>
        <p:spPr>
          <a:xfrm rot="10800000">
            <a:off x="6859297" y="3661207"/>
            <a:ext cx="2046071" cy="416053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6896AA5-857D-4AE7-993F-557FF4747036}"/>
              </a:ext>
            </a:extLst>
          </p:cNvPr>
          <p:cNvSpPr/>
          <p:nvPr/>
        </p:nvSpPr>
        <p:spPr>
          <a:xfrm>
            <a:off x="827903" y="753762"/>
            <a:ext cx="1124259" cy="613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MosFet</a:t>
            </a:r>
            <a:r>
              <a:rPr lang="en-US" sz="1200" dirty="0"/>
              <a:t> 24V 30A </a:t>
            </a:r>
            <a:r>
              <a:rPr lang="en-US" sz="1200" dirty="0" err="1"/>
              <a:t>opto</a:t>
            </a:r>
            <a:r>
              <a:rPr lang="en-US" sz="1200" dirty="0"/>
              <a:t> TEMP</a:t>
            </a:r>
            <a:endParaRPr lang="nl-NL" sz="1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E8378A-286D-42DD-B228-8A9A9D228ACC}"/>
              </a:ext>
            </a:extLst>
          </p:cNvPr>
          <p:cNvCxnSpPr/>
          <p:nvPr/>
        </p:nvCxnSpPr>
        <p:spPr>
          <a:xfrm>
            <a:off x="1960745" y="834081"/>
            <a:ext cx="47971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F54B546-BB0C-42E8-9710-A897627BD8D7}"/>
              </a:ext>
            </a:extLst>
          </p:cNvPr>
          <p:cNvCxnSpPr/>
          <p:nvPr/>
        </p:nvCxnSpPr>
        <p:spPr>
          <a:xfrm>
            <a:off x="1940155" y="1017371"/>
            <a:ext cx="47971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F2BDE31-57CA-4BDC-BA50-DA0EE66EA4F7}"/>
              </a:ext>
            </a:extLst>
          </p:cNvPr>
          <p:cNvCxnSpPr/>
          <p:nvPr/>
        </p:nvCxnSpPr>
        <p:spPr>
          <a:xfrm>
            <a:off x="1944267" y="1206842"/>
            <a:ext cx="47971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31A4FA8-E3B6-48A9-813E-3032BC53A187}"/>
              </a:ext>
            </a:extLst>
          </p:cNvPr>
          <p:cNvSpPr txBox="1"/>
          <p:nvPr/>
        </p:nvSpPr>
        <p:spPr>
          <a:xfrm>
            <a:off x="2432699" y="722713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</a:t>
            </a:r>
            <a:endParaRPr lang="nl-NL" sz="8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45F616E-A05A-45E3-A454-ADE467423995}"/>
              </a:ext>
            </a:extLst>
          </p:cNvPr>
          <p:cNvSpPr txBox="1"/>
          <p:nvPr/>
        </p:nvSpPr>
        <p:spPr>
          <a:xfrm>
            <a:off x="2394763" y="912993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59EFFD9-0C20-4676-83D8-0C8F46C72F29}"/>
              </a:ext>
            </a:extLst>
          </p:cNvPr>
          <p:cNvSpPr txBox="1"/>
          <p:nvPr/>
        </p:nvSpPr>
        <p:spPr>
          <a:xfrm>
            <a:off x="2394763" y="1208301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S (&gt;2V)</a:t>
            </a:r>
            <a:endParaRPr lang="nl-NL" sz="8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2D0B7F2-9097-49F2-B8B8-FB09FDE7A3ED}"/>
              </a:ext>
            </a:extLst>
          </p:cNvPr>
          <p:cNvSpPr txBox="1"/>
          <p:nvPr/>
        </p:nvSpPr>
        <p:spPr>
          <a:xfrm>
            <a:off x="210077" y="720166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24V</a:t>
            </a:r>
            <a:endParaRPr lang="nl-NL" sz="8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CBF210C-4888-4ACF-82F6-C631748B8C7A}"/>
              </a:ext>
            </a:extLst>
          </p:cNvPr>
          <p:cNvSpPr txBox="1"/>
          <p:nvPr/>
        </p:nvSpPr>
        <p:spPr>
          <a:xfrm>
            <a:off x="223135" y="880536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F00AF42-9DF6-4360-9769-4A77CF1BA1C4}"/>
              </a:ext>
            </a:extLst>
          </p:cNvPr>
          <p:cNvSpPr txBox="1"/>
          <p:nvPr/>
        </p:nvSpPr>
        <p:spPr>
          <a:xfrm>
            <a:off x="219183" y="1017371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Out+</a:t>
            </a:r>
            <a:endParaRPr lang="nl-NL" sz="8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A4BFDC6-7543-44EA-A7A0-E868D634EA35}"/>
              </a:ext>
            </a:extLst>
          </p:cNvPr>
          <p:cNvSpPr txBox="1"/>
          <p:nvPr/>
        </p:nvSpPr>
        <p:spPr>
          <a:xfrm>
            <a:off x="214891" y="1187398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Out -</a:t>
            </a:r>
            <a:endParaRPr lang="nl-NL" sz="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71E2D-64F3-46A3-9FB4-C385637A7B5F}"/>
              </a:ext>
            </a:extLst>
          </p:cNvPr>
          <p:cNvCxnSpPr/>
          <p:nvPr/>
        </p:nvCxnSpPr>
        <p:spPr>
          <a:xfrm flipH="1">
            <a:off x="543517" y="831533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0EB67793-C7E5-4780-9004-5F08ED89B880}"/>
              </a:ext>
            </a:extLst>
          </p:cNvPr>
          <p:cNvCxnSpPr/>
          <p:nvPr/>
        </p:nvCxnSpPr>
        <p:spPr>
          <a:xfrm flipH="1">
            <a:off x="535281" y="983933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45C0B0D1-68D8-4387-B4F4-D0D470182FA3}"/>
              </a:ext>
            </a:extLst>
          </p:cNvPr>
          <p:cNvCxnSpPr/>
          <p:nvPr/>
        </p:nvCxnSpPr>
        <p:spPr>
          <a:xfrm flipH="1">
            <a:off x="533219" y="1136333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A49A4693-3EE4-4529-8C39-89FE6AE8566A}"/>
              </a:ext>
            </a:extLst>
          </p:cNvPr>
          <p:cNvCxnSpPr/>
          <p:nvPr/>
        </p:nvCxnSpPr>
        <p:spPr>
          <a:xfrm flipH="1">
            <a:off x="543515" y="1288733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AEC1993-D1BD-42E4-8A1D-039C7BC0D58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394762" y="1208459"/>
            <a:ext cx="1048003" cy="2044617"/>
          </a:xfrm>
          <a:prstGeom prst="bentConnector4">
            <a:avLst>
              <a:gd name="adj1" fmla="val 41268"/>
              <a:gd name="adj2" fmla="val 52723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F2AEC34-C350-4179-A2CE-E10C293ACBB6}"/>
              </a:ext>
            </a:extLst>
          </p:cNvPr>
          <p:cNvSpPr/>
          <p:nvPr/>
        </p:nvSpPr>
        <p:spPr>
          <a:xfrm>
            <a:off x="827901" y="1689540"/>
            <a:ext cx="1132844" cy="5988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CO2 tube servo</a:t>
            </a:r>
            <a:endParaRPr lang="nl-NL" sz="1200" dirty="0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F0DF6857-52E3-4442-88CE-B4051874A06D}"/>
              </a:ext>
            </a:extLst>
          </p:cNvPr>
          <p:cNvCxnSpPr/>
          <p:nvPr/>
        </p:nvCxnSpPr>
        <p:spPr>
          <a:xfrm>
            <a:off x="1946329" y="1795853"/>
            <a:ext cx="47971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68C44212-F3B8-45D8-8142-7954812C5912}"/>
              </a:ext>
            </a:extLst>
          </p:cNvPr>
          <p:cNvCxnSpPr/>
          <p:nvPr/>
        </p:nvCxnSpPr>
        <p:spPr>
          <a:xfrm>
            <a:off x="1925739" y="1979143"/>
            <a:ext cx="47971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A4E02C98-45E3-435D-8A20-1A17379F95E6}"/>
              </a:ext>
            </a:extLst>
          </p:cNvPr>
          <p:cNvCxnSpPr/>
          <p:nvPr/>
        </p:nvCxnSpPr>
        <p:spPr>
          <a:xfrm>
            <a:off x="1929851" y="2168614"/>
            <a:ext cx="47971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1CA18B53-B139-4FB0-B121-B94A08AA7535}"/>
              </a:ext>
            </a:extLst>
          </p:cNvPr>
          <p:cNvSpPr txBox="1"/>
          <p:nvPr/>
        </p:nvSpPr>
        <p:spPr>
          <a:xfrm>
            <a:off x="2362681" y="1696833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</a:t>
            </a:r>
            <a:endParaRPr lang="nl-NL" sz="8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9ADE200-8FC6-4D59-8A86-61EA3AAC358B}"/>
              </a:ext>
            </a:extLst>
          </p:cNvPr>
          <p:cNvSpPr txBox="1"/>
          <p:nvPr/>
        </p:nvSpPr>
        <p:spPr>
          <a:xfrm>
            <a:off x="2324745" y="1887113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D579AAA-F8D4-47C4-84AA-BB4B2BAF867A}"/>
              </a:ext>
            </a:extLst>
          </p:cNvPr>
          <p:cNvCxnSpPr>
            <a:cxnSpLocks/>
            <a:endCxn id="186" idx="0"/>
          </p:cNvCxnSpPr>
          <p:nvPr/>
        </p:nvCxnSpPr>
        <p:spPr>
          <a:xfrm rot="16200000" flipH="1">
            <a:off x="2372402" y="2216080"/>
            <a:ext cx="1313152" cy="1218220"/>
          </a:xfrm>
          <a:prstGeom prst="bentConnector3">
            <a:avLst/>
          </a:prstGeom>
          <a:ln w="317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3554D983-92CA-47F6-9F44-7FFE4F69D57F}"/>
              </a:ext>
            </a:extLst>
          </p:cNvPr>
          <p:cNvSpPr/>
          <p:nvPr/>
        </p:nvSpPr>
        <p:spPr>
          <a:xfrm>
            <a:off x="577786" y="1781458"/>
            <a:ext cx="316525" cy="44394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8ED500C-51D5-4B3E-971E-0BA499EF9F43}"/>
              </a:ext>
            </a:extLst>
          </p:cNvPr>
          <p:cNvSpPr/>
          <p:nvPr/>
        </p:nvSpPr>
        <p:spPr>
          <a:xfrm>
            <a:off x="825841" y="4576137"/>
            <a:ext cx="1124259" cy="613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MosFet</a:t>
            </a:r>
            <a:r>
              <a:rPr lang="en-US" sz="1200" dirty="0"/>
              <a:t> 24V 30A </a:t>
            </a:r>
            <a:r>
              <a:rPr lang="en-US" sz="1200" dirty="0" err="1"/>
              <a:t>opto</a:t>
            </a:r>
            <a:r>
              <a:rPr lang="en-US" sz="1200" dirty="0"/>
              <a:t> LENS</a:t>
            </a:r>
            <a:endParaRPr lang="nl-NL" sz="1200" dirty="0"/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32DEA5D3-2F08-4078-A962-A91FBEE89221}"/>
              </a:ext>
            </a:extLst>
          </p:cNvPr>
          <p:cNvCxnSpPr/>
          <p:nvPr/>
        </p:nvCxnSpPr>
        <p:spPr>
          <a:xfrm>
            <a:off x="1958683" y="4656456"/>
            <a:ext cx="47971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59C93434-AC7E-4427-97D5-29271E9541E2}"/>
              </a:ext>
            </a:extLst>
          </p:cNvPr>
          <p:cNvCxnSpPr/>
          <p:nvPr/>
        </p:nvCxnSpPr>
        <p:spPr>
          <a:xfrm>
            <a:off x="1938093" y="4839746"/>
            <a:ext cx="47971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F177C2ED-5507-4B08-AAE5-2A664862CDEF}"/>
              </a:ext>
            </a:extLst>
          </p:cNvPr>
          <p:cNvCxnSpPr/>
          <p:nvPr/>
        </p:nvCxnSpPr>
        <p:spPr>
          <a:xfrm>
            <a:off x="1942205" y="5029217"/>
            <a:ext cx="47971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FA37C184-B747-4520-A765-80642E9F97EA}"/>
              </a:ext>
            </a:extLst>
          </p:cNvPr>
          <p:cNvSpPr txBox="1"/>
          <p:nvPr/>
        </p:nvSpPr>
        <p:spPr>
          <a:xfrm>
            <a:off x="2430637" y="4545088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</a:t>
            </a:r>
            <a:endParaRPr lang="nl-NL" sz="8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A83D0B8-2884-4E11-B5B9-ED33470171FD}"/>
              </a:ext>
            </a:extLst>
          </p:cNvPr>
          <p:cNvSpPr txBox="1"/>
          <p:nvPr/>
        </p:nvSpPr>
        <p:spPr>
          <a:xfrm>
            <a:off x="2392701" y="4735368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C2C88CE-6850-40B7-A2CF-D5600B431B5B}"/>
              </a:ext>
            </a:extLst>
          </p:cNvPr>
          <p:cNvSpPr txBox="1"/>
          <p:nvPr/>
        </p:nvSpPr>
        <p:spPr>
          <a:xfrm>
            <a:off x="2392701" y="5030676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S (&gt;2V)</a:t>
            </a:r>
            <a:endParaRPr lang="nl-NL" sz="80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C19A736-F235-42B7-AEBF-B1A74A3025D6}"/>
              </a:ext>
            </a:extLst>
          </p:cNvPr>
          <p:cNvSpPr txBox="1"/>
          <p:nvPr/>
        </p:nvSpPr>
        <p:spPr>
          <a:xfrm>
            <a:off x="208015" y="4542541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24V</a:t>
            </a:r>
            <a:endParaRPr lang="nl-NL" sz="800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718ED8C-7A2C-49E0-B6D7-4334EDD40DD8}"/>
              </a:ext>
            </a:extLst>
          </p:cNvPr>
          <p:cNvSpPr txBox="1"/>
          <p:nvPr/>
        </p:nvSpPr>
        <p:spPr>
          <a:xfrm>
            <a:off x="221073" y="4702911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20E03DCD-6FAE-4A12-8520-86E13A154303}"/>
              </a:ext>
            </a:extLst>
          </p:cNvPr>
          <p:cNvSpPr txBox="1"/>
          <p:nvPr/>
        </p:nvSpPr>
        <p:spPr>
          <a:xfrm>
            <a:off x="217121" y="4839746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Out+</a:t>
            </a:r>
            <a:endParaRPr lang="nl-NL" sz="8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B0E55A8-B60A-4E2F-9C27-43DB0AD1609A}"/>
              </a:ext>
            </a:extLst>
          </p:cNvPr>
          <p:cNvSpPr txBox="1"/>
          <p:nvPr/>
        </p:nvSpPr>
        <p:spPr>
          <a:xfrm>
            <a:off x="212829" y="5009773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Out -</a:t>
            </a:r>
            <a:endParaRPr lang="nl-NL" sz="800" dirty="0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2D592E0-8A78-406E-8D3E-D538DDC31E10}"/>
              </a:ext>
            </a:extLst>
          </p:cNvPr>
          <p:cNvCxnSpPr/>
          <p:nvPr/>
        </p:nvCxnSpPr>
        <p:spPr>
          <a:xfrm flipH="1">
            <a:off x="541455" y="4653908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F1A77E2A-D1D7-40B8-9EE7-315578AF55DD}"/>
              </a:ext>
            </a:extLst>
          </p:cNvPr>
          <p:cNvCxnSpPr/>
          <p:nvPr/>
        </p:nvCxnSpPr>
        <p:spPr>
          <a:xfrm flipH="1">
            <a:off x="533219" y="4806308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19FAC4AE-11DA-4559-A176-BB85034FEBAD}"/>
              </a:ext>
            </a:extLst>
          </p:cNvPr>
          <p:cNvCxnSpPr/>
          <p:nvPr/>
        </p:nvCxnSpPr>
        <p:spPr>
          <a:xfrm flipH="1">
            <a:off x="531157" y="4958708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8DB1CAE6-1525-4F25-AE75-62D6893B152E}"/>
              </a:ext>
            </a:extLst>
          </p:cNvPr>
          <p:cNvCxnSpPr/>
          <p:nvPr/>
        </p:nvCxnSpPr>
        <p:spPr>
          <a:xfrm flipH="1">
            <a:off x="541453" y="5111108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4158CBD-3031-46BC-9D19-C8058F6EF54E}"/>
              </a:ext>
            </a:extLst>
          </p:cNvPr>
          <p:cNvCxnSpPr>
            <a:cxnSpLocks/>
          </p:cNvCxnSpPr>
          <p:nvPr/>
        </p:nvCxnSpPr>
        <p:spPr>
          <a:xfrm rot="5400000">
            <a:off x="2158420" y="4024281"/>
            <a:ext cx="1253115" cy="717866"/>
          </a:xfrm>
          <a:prstGeom prst="bentConnector3">
            <a:avLst>
              <a:gd name="adj1" fmla="val 101277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E0485F4F-839A-4FE5-B257-BD25A18C8882}"/>
              </a:ext>
            </a:extLst>
          </p:cNvPr>
          <p:cNvSpPr/>
          <p:nvPr/>
        </p:nvSpPr>
        <p:spPr>
          <a:xfrm>
            <a:off x="3817412" y="631246"/>
            <a:ext cx="1124259" cy="613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SSR 230V 2A/</a:t>
            </a:r>
          </a:p>
          <a:p>
            <a:pPr algn="ctr"/>
            <a:r>
              <a:rPr lang="en-US" sz="1200" dirty="0"/>
              <a:t>12V 3V trigger  TEMP</a:t>
            </a:r>
            <a:endParaRPr lang="nl-NL" sz="1200" dirty="0"/>
          </a:p>
        </p:txBody>
      </p: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FAD57D3E-5AA7-4E57-B10A-6E5B5A2B44AF}"/>
              </a:ext>
            </a:extLst>
          </p:cNvPr>
          <p:cNvCxnSpPr/>
          <p:nvPr/>
        </p:nvCxnSpPr>
        <p:spPr>
          <a:xfrm>
            <a:off x="4950254" y="711565"/>
            <a:ext cx="47971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F60D94EF-49C2-4B95-8DA1-8D57AF77525C}"/>
              </a:ext>
            </a:extLst>
          </p:cNvPr>
          <p:cNvCxnSpPr/>
          <p:nvPr/>
        </p:nvCxnSpPr>
        <p:spPr>
          <a:xfrm>
            <a:off x="4929664" y="894855"/>
            <a:ext cx="47971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43EF100D-30A2-4068-A0A8-A17C8F9A5846}"/>
              </a:ext>
            </a:extLst>
          </p:cNvPr>
          <p:cNvCxnSpPr/>
          <p:nvPr/>
        </p:nvCxnSpPr>
        <p:spPr>
          <a:xfrm>
            <a:off x="4933776" y="1022546"/>
            <a:ext cx="47971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B3C7E8DF-0E29-414B-9EBC-562DE5B912C4}"/>
              </a:ext>
            </a:extLst>
          </p:cNvPr>
          <p:cNvSpPr txBox="1"/>
          <p:nvPr/>
        </p:nvSpPr>
        <p:spPr>
          <a:xfrm>
            <a:off x="5422208" y="600197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12V</a:t>
            </a:r>
            <a:endParaRPr lang="nl-NL" sz="800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329E084-247B-4978-9368-EBB97035DA1A}"/>
              </a:ext>
            </a:extLst>
          </p:cNvPr>
          <p:cNvSpPr txBox="1"/>
          <p:nvPr/>
        </p:nvSpPr>
        <p:spPr>
          <a:xfrm>
            <a:off x="5384272" y="790477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  <a:endParaRPr lang="nl-NL" sz="8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D2FA221-9A44-4FF1-AFDB-09BB253CB76B}"/>
              </a:ext>
            </a:extLst>
          </p:cNvPr>
          <p:cNvSpPr txBox="1"/>
          <p:nvPr/>
        </p:nvSpPr>
        <p:spPr>
          <a:xfrm>
            <a:off x="5384272" y="1085785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S 2(&gt;2V)</a:t>
            </a:r>
            <a:endParaRPr lang="nl-NL" sz="800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07A4303B-82E9-4760-A6F9-326A96B3451D}"/>
              </a:ext>
            </a:extLst>
          </p:cNvPr>
          <p:cNvSpPr txBox="1"/>
          <p:nvPr/>
        </p:nvSpPr>
        <p:spPr>
          <a:xfrm>
            <a:off x="3199586" y="597650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~1</a:t>
            </a:r>
            <a:endParaRPr lang="nl-NL" sz="800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1419117-890A-406B-893C-E17AD45A3D71}"/>
              </a:ext>
            </a:extLst>
          </p:cNvPr>
          <p:cNvSpPr txBox="1"/>
          <p:nvPr/>
        </p:nvSpPr>
        <p:spPr>
          <a:xfrm>
            <a:off x="3212644" y="758020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~1</a:t>
            </a:r>
            <a:endParaRPr lang="nl-NL" sz="80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AC0ECC04-07BB-48B6-A73A-9B50122051FB}"/>
              </a:ext>
            </a:extLst>
          </p:cNvPr>
          <p:cNvSpPr txBox="1"/>
          <p:nvPr/>
        </p:nvSpPr>
        <p:spPr>
          <a:xfrm>
            <a:off x="3208692" y="894855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~2</a:t>
            </a:r>
          </a:p>
          <a:p>
            <a:pPr algn="l"/>
            <a:endParaRPr lang="nl-NL" sz="80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57B9AA75-13D4-45C9-B4E1-BD694605F54E}"/>
              </a:ext>
            </a:extLst>
          </p:cNvPr>
          <p:cNvSpPr txBox="1"/>
          <p:nvPr/>
        </p:nvSpPr>
        <p:spPr>
          <a:xfrm>
            <a:off x="3204400" y="1064882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~2</a:t>
            </a:r>
          </a:p>
          <a:p>
            <a:pPr algn="l"/>
            <a:endParaRPr lang="nl-NL" sz="800" dirty="0"/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FDC320C-9613-4E95-A9E0-DE4F6736BCED}"/>
              </a:ext>
            </a:extLst>
          </p:cNvPr>
          <p:cNvCxnSpPr/>
          <p:nvPr/>
        </p:nvCxnSpPr>
        <p:spPr>
          <a:xfrm flipH="1">
            <a:off x="3533026" y="709017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EB33684-FE4B-4C3E-865D-A37A557097D5}"/>
              </a:ext>
            </a:extLst>
          </p:cNvPr>
          <p:cNvCxnSpPr/>
          <p:nvPr/>
        </p:nvCxnSpPr>
        <p:spPr>
          <a:xfrm flipH="1">
            <a:off x="3524790" y="861417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F9103C29-E94A-4AC4-85AA-5F91A4A4EEB8}"/>
              </a:ext>
            </a:extLst>
          </p:cNvPr>
          <p:cNvCxnSpPr/>
          <p:nvPr/>
        </p:nvCxnSpPr>
        <p:spPr>
          <a:xfrm flipH="1">
            <a:off x="3522728" y="1013817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F670B2A9-6958-4A70-B983-77C783D74D3C}"/>
              </a:ext>
            </a:extLst>
          </p:cNvPr>
          <p:cNvCxnSpPr/>
          <p:nvPr/>
        </p:nvCxnSpPr>
        <p:spPr>
          <a:xfrm flipH="1">
            <a:off x="3533024" y="1166217"/>
            <a:ext cx="284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48370259-20DB-4D18-AEAA-A613FCBA2453}"/>
              </a:ext>
            </a:extLst>
          </p:cNvPr>
          <p:cNvCxnSpPr/>
          <p:nvPr/>
        </p:nvCxnSpPr>
        <p:spPr>
          <a:xfrm>
            <a:off x="4937900" y="1174946"/>
            <a:ext cx="479714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0D4640B0-0BB5-4A87-960A-9F0AAF005CE2}"/>
              </a:ext>
            </a:extLst>
          </p:cNvPr>
          <p:cNvSpPr txBox="1"/>
          <p:nvPr/>
        </p:nvSpPr>
        <p:spPr>
          <a:xfrm>
            <a:off x="5382218" y="923091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S 1(&gt;2V)</a:t>
            </a:r>
            <a:endParaRPr lang="nl-NL" sz="800" dirty="0"/>
          </a:p>
        </p:txBody>
      </p:sp>
    </p:spTree>
    <p:extLst>
      <p:ext uri="{BB962C8B-B14F-4D97-AF65-F5344CB8AC3E}">
        <p14:creationId xmlns:p14="http://schemas.microsoft.com/office/powerpoint/2010/main" val="261142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DD40A6-3BB2-4A94-B107-A9F25CF5E6E7}"/>
              </a:ext>
            </a:extLst>
          </p:cNvPr>
          <p:cNvCxnSpPr/>
          <p:nvPr/>
        </p:nvCxnSpPr>
        <p:spPr>
          <a:xfrm>
            <a:off x="1013254" y="1513701"/>
            <a:ext cx="74140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C6C3C6-CA16-41BE-AA39-A53C8E50E467}"/>
              </a:ext>
            </a:extLst>
          </p:cNvPr>
          <p:cNvCxnSpPr>
            <a:cxnSpLocks/>
          </p:cNvCxnSpPr>
          <p:nvPr/>
        </p:nvCxnSpPr>
        <p:spPr>
          <a:xfrm>
            <a:off x="998836" y="1678457"/>
            <a:ext cx="642551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98624CE-0C11-420D-81A0-616E10908A82}"/>
              </a:ext>
            </a:extLst>
          </p:cNvPr>
          <p:cNvSpPr/>
          <p:nvPr/>
        </p:nvSpPr>
        <p:spPr>
          <a:xfrm>
            <a:off x="819663" y="1338660"/>
            <a:ext cx="358346" cy="34598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5A741-9801-446F-9818-EEFF20127155}"/>
              </a:ext>
            </a:extLst>
          </p:cNvPr>
          <p:cNvSpPr txBox="1"/>
          <p:nvPr/>
        </p:nvSpPr>
        <p:spPr>
          <a:xfrm>
            <a:off x="584538" y="1131536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12V 1A</a:t>
            </a:r>
            <a:endParaRPr lang="nl-NL" sz="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F4F823-0DD9-4E6F-84AA-42AB4943E243}"/>
              </a:ext>
            </a:extLst>
          </p:cNvPr>
          <p:cNvSpPr/>
          <p:nvPr/>
        </p:nvSpPr>
        <p:spPr>
          <a:xfrm>
            <a:off x="3472249" y="1131536"/>
            <a:ext cx="648729" cy="3615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7805</a:t>
            </a:r>
            <a:endParaRPr lang="nl-NL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6F5B40C5-9A2D-4E4E-B652-8F42BAC05134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1754659" y="1312323"/>
            <a:ext cx="1717590" cy="201378"/>
          </a:xfrm>
          <a:prstGeom prst="bentConnector3">
            <a:avLst>
              <a:gd name="adj1" fmla="val 51799"/>
            </a:avLst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95ADC0-0C1B-4769-99A0-62511B743CA7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3796614" y="1493110"/>
            <a:ext cx="0" cy="20137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FE8B06-B156-46EF-AD4A-78C3164C1CEE}"/>
              </a:ext>
            </a:extLst>
          </p:cNvPr>
          <p:cNvCxnSpPr>
            <a:stCxn id="9" idx="3"/>
          </p:cNvCxnSpPr>
          <p:nvPr/>
        </p:nvCxnSpPr>
        <p:spPr>
          <a:xfrm>
            <a:off x="4120978" y="1312323"/>
            <a:ext cx="902044" cy="0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D246427-2C75-4331-8254-7E1E345F17A7}"/>
              </a:ext>
            </a:extLst>
          </p:cNvPr>
          <p:cNvSpPr txBox="1"/>
          <p:nvPr/>
        </p:nvSpPr>
        <p:spPr>
          <a:xfrm>
            <a:off x="4363655" y="1110936"/>
            <a:ext cx="324334" cy="2227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 </a:t>
            </a:r>
            <a:r>
              <a:rPr lang="en-US" sz="800" dirty="0" err="1"/>
              <a:t>Nextion</a:t>
            </a:r>
            <a:r>
              <a:rPr lang="en-US" sz="800" dirty="0"/>
              <a:t> </a:t>
            </a:r>
            <a:endParaRPr lang="nl-NL" sz="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E18613-0886-4176-88CD-E8E4490A4E24}"/>
              </a:ext>
            </a:extLst>
          </p:cNvPr>
          <p:cNvSpPr/>
          <p:nvPr/>
        </p:nvSpPr>
        <p:spPr>
          <a:xfrm>
            <a:off x="5873579" y="1135664"/>
            <a:ext cx="648729" cy="3615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7805</a:t>
            </a:r>
            <a:endParaRPr lang="nl-NL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6331B6-9BF7-438E-94C0-5D45B00F0599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6197944" y="1497238"/>
            <a:ext cx="0" cy="20137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7CA5CC-D6C8-4755-86BB-BAFC65719E3F}"/>
              </a:ext>
            </a:extLst>
          </p:cNvPr>
          <p:cNvCxnSpPr>
            <a:stCxn id="20" idx="3"/>
          </p:cNvCxnSpPr>
          <p:nvPr/>
        </p:nvCxnSpPr>
        <p:spPr>
          <a:xfrm>
            <a:off x="6522308" y="1316451"/>
            <a:ext cx="902044" cy="0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9EDE9E1-D119-482C-B0CD-CE862F665D4B}"/>
              </a:ext>
            </a:extLst>
          </p:cNvPr>
          <p:cNvSpPr txBox="1"/>
          <p:nvPr/>
        </p:nvSpPr>
        <p:spPr>
          <a:xfrm>
            <a:off x="6764985" y="1115064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 ESP32&amp;Relais</a:t>
            </a:r>
            <a:endParaRPr lang="nl-NL" sz="8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C1A59FA-B2D5-4E03-A6E9-6C3C1AD020C7}"/>
              </a:ext>
            </a:extLst>
          </p:cNvPr>
          <p:cNvCxnSpPr>
            <a:cxnSpLocks/>
            <a:stCxn id="20" idx="1"/>
          </p:cNvCxnSpPr>
          <p:nvPr/>
        </p:nvCxnSpPr>
        <p:spPr>
          <a:xfrm rot="10800000">
            <a:off x="2631611" y="810117"/>
            <a:ext cx="3241968" cy="506334"/>
          </a:xfrm>
          <a:prstGeom prst="bentConnector3">
            <a:avLst>
              <a:gd name="adj1" fmla="val 14362"/>
            </a:avLst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836DB4A-81A8-4DE2-98F1-143BB9966578}"/>
              </a:ext>
            </a:extLst>
          </p:cNvPr>
          <p:cNvCxnSpPr/>
          <p:nvPr/>
        </p:nvCxnSpPr>
        <p:spPr>
          <a:xfrm>
            <a:off x="2643967" y="810117"/>
            <a:ext cx="0" cy="50220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8B2EC2F-4F35-42F7-8634-2117A849E76C}"/>
              </a:ext>
            </a:extLst>
          </p:cNvPr>
          <p:cNvCxnSpPr/>
          <p:nvPr/>
        </p:nvCxnSpPr>
        <p:spPr>
          <a:xfrm>
            <a:off x="3150973" y="1312323"/>
            <a:ext cx="0" cy="100689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AE47865-AE8D-43DE-A68D-1533253B88FE}"/>
              </a:ext>
            </a:extLst>
          </p:cNvPr>
          <p:cNvSpPr txBox="1"/>
          <p:nvPr/>
        </p:nvSpPr>
        <p:spPr>
          <a:xfrm>
            <a:off x="2988806" y="1400053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100uF</a:t>
            </a:r>
            <a:endParaRPr lang="nl-NL" sz="8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7D6930-2DF3-4C05-ABD8-D17C1F8919F9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3150973" y="1622788"/>
            <a:ext cx="0" cy="762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4007830-F119-4E65-B6A8-30CD06B11DBB}"/>
              </a:ext>
            </a:extLst>
          </p:cNvPr>
          <p:cNvCxnSpPr/>
          <p:nvPr/>
        </p:nvCxnSpPr>
        <p:spPr>
          <a:xfrm>
            <a:off x="5644990" y="1304085"/>
            <a:ext cx="0" cy="100689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3266984-874B-47EB-BB1B-4CD108720EC4}"/>
              </a:ext>
            </a:extLst>
          </p:cNvPr>
          <p:cNvSpPr txBox="1"/>
          <p:nvPr/>
        </p:nvSpPr>
        <p:spPr>
          <a:xfrm>
            <a:off x="5482823" y="1391815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100uF</a:t>
            </a:r>
            <a:endParaRPr lang="nl-NL" sz="80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8173FBC-DB88-4DAA-A5F9-3F99EB7C46CF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5644990" y="1614550"/>
            <a:ext cx="0" cy="762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1D29B2-6DE6-491C-9368-15175F43FC40}"/>
              </a:ext>
            </a:extLst>
          </p:cNvPr>
          <p:cNvCxnSpPr/>
          <p:nvPr/>
        </p:nvCxnSpPr>
        <p:spPr>
          <a:xfrm>
            <a:off x="4372236" y="1291726"/>
            <a:ext cx="0" cy="100689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8FEA9DD-2F68-4C7E-BA58-A9D530575068}"/>
              </a:ext>
            </a:extLst>
          </p:cNvPr>
          <p:cNvSpPr txBox="1"/>
          <p:nvPr/>
        </p:nvSpPr>
        <p:spPr>
          <a:xfrm>
            <a:off x="4210069" y="1379456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100uF</a:t>
            </a:r>
            <a:endParaRPr lang="nl-NL" sz="8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24D64D-0BC4-428C-B9E1-6529EFA1A53A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4372236" y="1602191"/>
            <a:ext cx="0" cy="762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D4B32C4-CB90-41CC-BE2C-75F4717DE5A9}"/>
              </a:ext>
            </a:extLst>
          </p:cNvPr>
          <p:cNvCxnSpPr/>
          <p:nvPr/>
        </p:nvCxnSpPr>
        <p:spPr>
          <a:xfrm>
            <a:off x="6812696" y="1304087"/>
            <a:ext cx="0" cy="100689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D377F0C-16BB-46AE-9DEB-ECCBE0453746}"/>
              </a:ext>
            </a:extLst>
          </p:cNvPr>
          <p:cNvSpPr txBox="1"/>
          <p:nvPr/>
        </p:nvSpPr>
        <p:spPr>
          <a:xfrm>
            <a:off x="6650529" y="1391817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100uF</a:t>
            </a:r>
            <a:endParaRPr lang="nl-NL" sz="80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7B65BF5-7AD3-462E-9BC0-BB2B892DF196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6812696" y="1614552"/>
            <a:ext cx="0" cy="762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4CD359A-17B2-4174-8705-D1BD32365AB0}"/>
              </a:ext>
            </a:extLst>
          </p:cNvPr>
          <p:cNvCxnSpPr/>
          <p:nvPr/>
        </p:nvCxnSpPr>
        <p:spPr>
          <a:xfrm>
            <a:off x="5412259" y="810117"/>
            <a:ext cx="2012093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D840B9B-6B72-4816-B7FF-E968AEFD5C85}"/>
              </a:ext>
            </a:extLst>
          </p:cNvPr>
          <p:cNvSpPr txBox="1"/>
          <p:nvPr/>
        </p:nvSpPr>
        <p:spPr>
          <a:xfrm>
            <a:off x="7389343" y="686553"/>
            <a:ext cx="451019" cy="26789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SSR 12V +</a:t>
            </a:r>
          </a:p>
          <a:p>
            <a:pPr algn="l"/>
            <a:endParaRPr lang="nl-NL" sz="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1CEFD1-5DC8-4A7F-8E50-DDDF1D5E730D}"/>
              </a:ext>
            </a:extLst>
          </p:cNvPr>
          <p:cNvSpPr txBox="1"/>
          <p:nvPr/>
        </p:nvSpPr>
        <p:spPr>
          <a:xfrm>
            <a:off x="7362580" y="1549471"/>
            <a:ext cx="451019" cy="26789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</a:p>
          <a:p>
            <a:pPr algn="l"/>
            <a:endParaRPr lang="nl-NL" sz="800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62AE88C-961C-4312-9E55-AACE1C6AE7C6}"/>
              </a:ext>
            </a:extLst>
          </p:cNvPr>
          <p:cNvCxnSpPr/>
          <p:nvPr/>
        </p:nvCxnSpPr>
        <p:spPr>
          <a:xfrm>
            <a:off x="1017377" y="3865608"/>
            <a:ext cx="74140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D1182D8-6DC7-4070-9192-E86418420203}"/>
              </a:ext>
            </a:extLst>
          </p:cNvPr>
          <p:cNvCxnSpPr>
            <a:cxnSpLocks/>
          </p:cNvCxnSpPr>
          <p:nvPr/>
        </p:nvCxnSpPr>
        <p:spPr>
          <a:xfrm>
            <a:off x="1002959" y="4030364"/>
            <a:ext cx="642551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EB32EE44-7CD3-4A57-8CB9-5C488554F22D}"/>
              </a:ext>
            </a:extLst>
          </p:cNvPr>
          <p:cNvSpPr/>
          <p:nvPr/>
        </p:nvSpPr>
        <p:spPr>
          <a:xfrm>
            <a:off x="823786" y="3690567"/>
            <a:ext cx="358346" cy="34598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0A8D2C-43E1-4694-B065-DB91C07FB1B5}"/>
              </a:ext>
            </a:extLst>
          </p:cNvPr>
          <p:cNvSpPr txBox="1"/>
          <p:nvPr/>
        </p:nvSpPr>
        <p:spPr>
          <a:xfrm>
            <a:off x="588661" y="3483443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 2A</a:t>
            </a:r>
            <a:endParaRPr lang="nl-NL" sz="8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4DD67C3-1FAB-453D-9657-9C3150723AB8}"/>
              </a:ext>
            </a:extLst>
          </p:cNvPr>
          <p:cNvSpPr/>
          <p:nvPr/>
        </p:nvSpPr>
        <p:spPr>
          <a:xfrm>
            <a:off x="3476372" y="3343705"/>
            <a:ext cx="648729" cy="501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mt3608</a:t>
            </a:r>
            <a:r>
              <a:rPr lang="en-US" dirty="0"/>
              <a:t> </a:t>
            </a:r>
            <a:r>
              <a:rPr lang="en-US" sz="1100" dirty="0"/>
              <a:t>step-up</a:t>
            </a:r>
            <a:endParaRPr lang="nl-NL" sz="1100" dirty="0"/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070EB803-24A5-4D6A-829C-F410DC7EBC41}"/>
              </a:ext>
            </a:extLst>
          </p:cNvPr>
          <p:cNvCxnSpPr>
            <a:cxnSpLocks/>
            <a:endCxn id="58" idx="1"/>
          </p:cNvCxnSpPr>
          <p:nvPr/>
        </p:nvCxnSpPr>
        <p:spPr>
          <a:xfrm flipV="1">
            <a:off x="1758782" y="3594361"/>
            <a:ext cx="1717590" cy="271248"/>
          </a:xfrm>
          <a:prstGeom prst="bentConnector3">
            <a:avLst>
              <a:gd name="adj1" fmla="val 51799"/>
            </a:avLst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199E86B-4E3B-49D2-961D-BD766B133D74}"/>
              </a:ext>
            </a:extLst>
          </p:cNvPr>
          <p:cNvCxnSpPr>
            <a:cxnSpLocks/>
            <a:endCxn id="58" idx="2"/>
          </p:cNvCxnSpPr>
          <p:nvPr/>
        </p:nvCxnSpPr>
        <p:spPr>
          <a:xfrm flipV="1">
            <a:off x="3800737" y="3845017"/>
            <a:ext cx="0" cy="20137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4A77415-072F-4BE7-A712-DD5F175FE44B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4125101" y="3594361"/>
            <a:ext cx="897921" cy="0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5C237B9-3F75-464C-8611-BB8B95BB10D3}"/>
              </a:ext>
            </a:extLst>
          </p:cNvPr>
          <p:cNvSpPr txBox="1"/>
          <p:nvPr/>
        </p:nvSpPr>
        <p:spPr>
          <a:xfrm>
            <a:off x="4367778" y="3462843"/>
            <a:ext cx="324334" cy="2227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12V SSR </a:t>
            </a:r>
            <a:endParaRPr lang="nl-NL" sz="800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4621D32-F453-4300-B839-452A4DB1D8B1}"/>
              </a:ext>
            </a:extLst>
          </p:cNvPr>
          <p:cNvCxnSpPr/>
          <p:nvPr/>
        </p:nvCxnSpPr>
        <p:spPr>
          <a:xfrm>
            <a:off x="2648090" y="3162024"/>
            <a:ext cx="0" cy="50220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8662AA9-5BC3-4B1B-8977-3766E688F483}"/>
              </a:ext>
            </a:extLst>
          </p:cNvPr>
          <p:cNvCxnSpPr>
            <a:cxnSpLocks/>
            <a:stCxn id="62" idx="1"/>
          </p:cNvCxnSpPr>
          <p:nvPr/>
        </p:nvCxnSpPr>
        <p:spPr>
          <a:xfrm>
            <a:off x="4367778" y="3574211"/>
            <a:ext cx="8581" cy="170111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7929190-D458-45E9-BAB9-1D30D1DEBBA6}"/>
              </a:ext>
            </a:extLst>
          </p:cNvPr>
          <p:cNvSpPr txBox="1"/>
          <p:nvPr/>
        </p:nvSpPr>
        <p:spPr>
          <a:xfrm>
            <a:off x="4214192" y="3731363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100uF</a:t>
            </a:r>
            <a:endParaRPr lang="nl-NL" sz="8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05F00B8-5140-4ED8-90AD-C008D1FB4A71}"/>
              </a:ext>
            </a:extLst>
          </p:cNvPr>
          <p:cNvCxnSpPr>
            <a:cxnSpLocks/>
            <a:stCxn id="76" idx="2"/>
          </p:cNvCxnSpPr>
          <p:nvPr/>
        </p:nvCxnSpPr>
        <p:spPr>
          <a:xfrm>
            <a:off x="4376359" y="3954098"/>
            <a:ext cx="0" cy="762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CE306618-8260-4CA0-A46D-F1627F6D36C6}"/>
              </a:ext>
            </a:extLst>
          </p:cNvPr>
          <p:cNvSpPr txBox="1"/>
          <p:nvPr/>
        </p:nvSpPr>
        <p:spPr>
          <a:xfrm>
            <a:off x="7393466" y="3038460"/>
            <a:ext cx="451019" cy="26789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Coil &amp; diode; to </a:t>
            </a:r>
            <a:r>
              <a:rPr lang="en-US" sz="800" dirty="0" err="1"/>
              <a:t>relais</a:t>
            </a:r>
            <a:r>
              <a:rPr lang="en-US" sz="800" dirty="0"/>
              <a:t> 5V +</a:t>
            </a:r>
          </a:p>
          <a:p>
            <a:pPr algn="l"/>
            <a:endParaRPr lang="nl-NL" sz="8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C8473F-B2A8-4C23-9B73-66A4361BB313}"/>
              </a:ext>
            </a:extLst>
          </p:cNvPr>
          <p:cNvSpPr txBox="1"/>
          <p:nvPr/>
        </p:nvSpPr>
        <p:spPr>
          <a:xfrm>
            <a:off x="7366703" y="3901378"/>
            <a:ext cx="451019" cy="26789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GND</a:t>
            </a:r>
          </a:p>
          <a:p>
            <a:pPr algn="l"/>
            <a:endParaRPr lang="nl-NL" sz="800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4BED124-407A-4074-B718-23C182910E2E}"/>
              </a:ext>
            </a:extLst>
          </p:cNvPr>
          <p:cNvCxnSpPr>
            <a:endCxn id="82" idx="1"/>
          </p:cNvCxnSpPr>
          <p:nvPr/>
        </p:nvCxnSpPr>
        <p:spPr>
          <a:xfrm>
            <a:off x="2643967" y="3162024"/>
            <a:ext cx="4749499" cy="1038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0B37068-44ED-4B8B-AFDC-366DF3F2BE88}"/>
              </a:ext>
            </a:extLst>
          </p:cNvPr>
          <p:cNvCxnSpPr/>
          <p:nvPr/>
        </p:nvCxnSpPr>
        <p:spPr>
          <a:xfrm>
            <a:off x="6946563" y="3662178"/>
            <a:ext cx="90204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C825CB5-7021-4479-AE91-59C9A3D06821}"/>
              </a:ext>
            </a:extLst>
          </p:cNvPr>
          <p:cNvSpPr txBox="1"/>
          <p:nvPr/>
        </p:nvSpPr>
        <p:spPr>
          <a:xfrm>
            <a:off x="7189240" y="3460791"/>
            <a:ext cx="324334" cy="2227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 </a:t>
            </a:r>
            <a:r>
              <a:rPr lang="en-US" sz="800" dirty="0" err="1"/>
              <a:t>Nextion</a:t>
            </a:r>
            <a:r>
              <a:rPr lang="en-US" sz="800" dirty="0"/>
              <a:t> </a:t>
            </a:r>
            <a:endParaRPr lang="nl-NL" sz="800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943C97-8477-460A-A47F-F49ED52CF8B6}"/>
              </a:ext>
            </a:extLst>
          </p:cNvPr>
          <p:cNvCxnSpPr/>
          <p:nvPr/>
        </p:nvCxnSpPr>
        <p:spPr>
          <a:xfrm>
            <a:off x="7197821" y="3641581"/>
            <a:ext cx="0" cy="100689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C83545D-8505-440C-A337-17FF62B23AAF}"/>
              </a:ext>
            </a:extLst>
          </p:cNvPr>
          <p:cNvSpPr txBox="1"/>
          <p:nvPr/>
        </p:nvSpPr>
        <p:spPr>
          <a:xfrm>
            <a:off x="7035654" y="3729311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100uF</a:t>
            </a:r>
            <a:endParaRPr lang="nl-NL" sz="800" dirty="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3665870-B532-4144-82C4-54A7386AA0F8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7197821" y="3952046"/>
            <a:ext cx="0" cy="762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D3F2C74-0C4C-40DC-9351-55084CAE87CC}"/>
              </a:ext>
            </a:extLst>
          </p:cNvPr>
          <p:cNvCxnSpPr>
            <a:cxnSpLocks/>
          </p:cNvCxnSpPr>
          <p:nvPr/>
        </p:nvCxnSpPr>
        <p:spPr>
          <a:xfrm>
            <a:off x="6019806" y="3322357"/>
            <a:ext cx="56701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5A6E76B-3C7B-4E71-AC29-27903479BD9F}"/>
              </a:ext>
            </a:extLst>
          </p:cNvPr>
          <p:cNvSpPr txBox="1"/>
          <p:nvPr/>
        </p:nvSpPr>
        <p:spPr>
          <a:xfrm>
            <a:off x="6287195" y="3287776"/>
            <a:ext cx="324334" cy="2227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5V esp32 </a:t>
            </a:r>
            <a:endParaRPr lang="nl-NL" sz="800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C83B9F0-9379-475D-90F6-996864EF2F8F}"/>
              </a:ext>
            </a:extLst>
          </p:cNvPr>
          <p:cNvCxnSpPr/>
          <p:nvPr/>
        </p:nvCxnSpPr>
        <p:spPr>
          <a:xfrm>
            <a:off x="6271064" y="3301760"/>
            <a:ext cx="0" cy="100689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0EDA1F77-D2F1-4D26-A70E-B04CDBBD3119}"/>
              </a:ext>
            </a:extLst>
          </p:cNvPr>
          <p:cNvSpPr txBox="1"/>
          <p:nvPr/>
        </p:nvSpPr>
        <p:spPr>
          <a:xfrm>
            <a:off x="6108897" y="3389490"/>
            <a:ext cx="324334" cy="2227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sz="800" dirty="0"/>
              <a:t>100uF</a:t>
            </a:r>
            <a:endParaRPr lang="nl-NL" sz="800" dirty="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8E0AFD3-2620-4B02-9D40-A6944C35AC03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271064" y="3612225"/>
            <a:ext cx="0" cy="42432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33BE2DF-7A18-4612-A219-7BF47B110590}"/>
              </a:ext>
            </a:extLst>
          </p:cNvPr>
          <p:cNvCxnSpPr/>
          <p:nvPr/>
        </p:nvCxnSpPr>
        <p:spPr>
          <a:xfrm flipV="1">
            <a:off x="6023919" y="3162024"/>
            <a:ext cx="0" cy="18168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5114F91-B4E0-42C2-B68C-2D43C4E9F636}"/>
              </a:ext>
            </a:extLst>
          </p:cNvPr>
          <p:cNvCxnSpPr/>
          <p:nvPr/>
        </p:nvCxnSpPr>
        <p:spPr>
          <a:xfrm flipV="1">
            <a:off x="6946563" y="3172406"/>
            <a:ext cx="0" cy="489772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47B998B-1596-4755-97A6-E47590F7C15D}"/>
              </a:ext>
            </a:extLst>
          </p:cNvPr>
          <p:cNvSpPr txBox="1"/>
          <p:nvPr/>
        </p:nvSpPr>
        <p:spPr>
          <a:xfrm>
            <a:off x="2440459" y="2699951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dirty="0"/>
              <a:t>alternative: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1061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sz="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E2DC4BD0-DD8F-4F93-9F18-DEE87CAE8A1C}" vid="{9EB49460-F49A-4C54-981C-BAA3D562F1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KeesBlanc</Template>
  <TotalTime>28207</TotalTime>
  <Words>401</Words>
  <Application>Microsoft Office PowerPoint</Application>
  <PresentationFormat>Widescreen</PresentationFormat>
  <Paragraphs>163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block diagram of the e_mc2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diagram of the e_mc2 </dc:title>
  <dc:creator>kees jalink</dc:creator>
  <cp:lastModifiedBy>kees jalink</cp:lastModifiedBy>
  <cp:revision>17</cp:revision>
  <dcterms:created xsi:type="dcterms:W3CDTF">2021-10-31T19:07:53Z</dcterms:created>
  <dcterms:modified xsi:type="dcterms:W3CDTF">2021-11-27T15:19:50Z</dcterms:modified>
</cp:coreProperties>
</file>